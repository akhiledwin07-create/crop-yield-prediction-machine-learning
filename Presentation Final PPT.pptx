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6" r:id="rId18"/>
    <p:sldId id="277" r:id="rId19"/>
    <p:sldId id="278" r:id="rId20"/>
    <p:sldId id="271" r:id="rId21"/>
    <p:sldId id="272" r:id="rId22"/>
    <p:sldId id="273" r:id="rId23"/>
    <p:sldId id="27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7C3E23-35C2-4FAD-9498-2D898060CCAF}" v="276" dt="2024-01-03T06:29:14.1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033" autoAdjust="0"/>
  </p:normalViewPr>
  <p:slideViewPr>
    <p:cSldViewPr snapToGrid="0">
      <p:cViewPr varScale="1">
        <p:scale>
          <a:sx n="82" d="100"/>
          <a:sy n="82" d="100"/>
        </p:scale>
        <p:origin x="11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AD1B3B-719D-46CD-A037-20F3BDFC2CE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1A4100D-B7B4-4F52-A070-739557B4DD10}">
      <dgm:prSet/>
      <dgm:spPr/>
      <dgm:t>
        <a:bodyPr/>
        <a:lstStyle/>
        <a:p>
          <a:r>
            <a:rPr lang="en-US"/>
            <a:t>Crop yield prediction is the process of using various methods, often leveraging technology and data analysis, to estimate the amount of crops that will be harvested from a given agricultural area. </a:t>
          </a:r>
        </a:p>
      </dgm:t>
    </dgm:pt>
    <dgm:pt modelId="{6683FAA5-20A1-4951-AE2A-8DFC44EAC0A9}" type="parTrans" cxnId="{CA98BF7E-A53F-4D48-A418-E5A0DEDE73DE}">
      <dgm:prSet/>
      <dgm:spPr/>
      <dgm:t>
        <a:bodyPr/>
        <a:lstStyle/>
        <a:p>
          <a:endParaRPr lang="en-US"/>
        </a:p>
      </dgm:t>
    </dgm:pt>
    <dgm:pt modelId="{94256EF2-B764-4771-AF9F-E77DCB570D35}" type="sibTrans" cxnId="{CA98BF7E-A53F-4D48-A418-E5A0DEDE73DE}">
      <dgm:prSet/>
      <dgm:spPr/>
      <dgm:t>
        <a:bodyPr/>
        <a:lstStyle/>
        <a:p>
          <a:endParaRPr lang="en-US"/>
        </a:p>
      </dgm:t>
    </dgm:pt>
    <dgm:pt modelId="{7DF39F57-B055-4D14-B076-C9D38A6DE210}">
      <dgm:prSet/>
      <dgm:spPr/>
      <dgm:t>
        <a:bodyPr/>
        <a:lstStyle/>
        <a:p>
          <a:r>
            <a:rPr lang="en-US"/>
            <a:t>This prediction typically takes into account a range of factors, including weather patterns, soil conditions, historical crop data, and sometimes satellite imagery. </a:t>
          </a:r>
        </a:p>
      </dgm:t>
    </dgm:pt>
    <dgm:pt modelId="{86F937B1-E658-4244-B194-0D0199DF0B75}" type="parTrans" cxnId="{2FBAFCF9-CB59-4C5F-8011-B6EC855ACECC}">
      <dgm:prSet/>
      <dgm:spPr/>
      <dgm:t>
        <a:bodyPr/>
        <a:lstStyle/>
        <a:p>
          <a:endParaRPr lang="en-US"/>
        </a:p>
      </dgm:t>
    </dgm:pt>
    <dgm:pt modelId="{8FD1FC90-8DB9-4961-9FA9-D2467912ECE3}" type="sibTrans" cxnId="{2FBAFCF9-CB59-4C5F-8011-B6EC855ACECC}">
      <dgm:prSet/>
      <dgm:spPr/>
      <dgm:t>
        <a:bodyPr/>
        <a:lstStyle/>
        <a:p>
          <a:endParaRPr lang="en-US"/>
        </a:p>
      </dgm:t>
    </dgm:pt>
    <dgm:pt modelId="{464BF899-57F5-448C-B30B-C1E502CFC7E3}">
      <dgm:prSet/>
      <dgm:spPr/>
      <dgm:t>
        <a:bodyPr/>
        <a:lstStyle/>
        <a:p>
          <a:r>
            <a:rPr lang="en-US"/>
            <a:t>Machine learning algorithms and statistical models are commonly employed to analyze and interpret these factors, enabling farmers and stakeholders to make informed decisions about resource allocation, harvest planning, </a:t>
          </a:r>
        </a:p>
      </dgm:t>
    </dgm:pt>
    <dgm:pt modelId="{F8506FFF-A682-4261-B151-2C0E555E24F2}" type="parTrans" cxnId="{62A144F5-4A6A-4470-A45F-522AF3597DAF}">
      <dgm:prSet/>
      <dgm:spPr/>
      <dgm:t>
        <a:bodyPr/>
        <a:lstStyle/>
        <a:p>
          <a:endParaRPr lang="en-US"/>
        </a:p>
      </dgm:t>
    </dgm:pt>
    <dgm:pt modelId="{EB2326DE-E3A6-4824-8DA5-D2906AE1633B}" type="sibTrans" cxnId="{62A144F5-4A6A-4470-A45F-522AF3597DAF}">
      <dgm:prSet/>
      <dgm:spPr/>
      <dgm:t>
        <a:bodyPr/>
        <a:lstStyle/>
        <a:p>
          <a:endParaRPr lang="en-US"/>
        </a:p>
      </dgm:t>
    </dgm:pt>
    <dgm:pt modelId="{966CB590-E413-49A7-AFDB-A8F10B8DD1E7}">
      <dgm:prSet/>
      <dgm:spPr/>
      <dgm:t>
        <a:bodyPr/>
        <a:lstStyle/>
        <a:p>
          <a:r>
            <a:rPr lang="en-US"/>
            <a:t>overall agricultural management. Accurate crop yield predictions are crucial for optimizing agricultural practices, managing resources efficiently, and ensuring food security.</a:t>
          </a:r>
        </a:p>
      </dgm:t>
    </dgm:pt>
    <dgm:pt modelId="{E992C9CF-AC67-4F54-8002-9E3A41E0E4A4}" type="parTrans" cxnId="{32511FBF-517C-4421-9232-BE901C1CEF7B}">
      <dgm:prSet/>
      <dgm:spPr/>
      <dgm:t>
        <a:bodyPr/>
        <a:lstStyle/>
        <a:p>
          <a:endParaRPr lang="en-US"/>
        </a:p>
      </dgm:t>
    </dgm:pt>
    <dgm:pt modelId="{2E393CAD-D12F-4BE1-84AA-AA292C64FAF6}" type="sibTrans" cxnId="{32511FBF-517C-4421-9232-BE901C1CEF7B}">
      <dgm:prSet/>
      <dgm:spPr/>
      <dgm:t>
        <a:bodyPr/>
        <a:lstStyle/>
        <a:p>
          <a:endParaRPr lang="en-US"/>
        </a:p>
      </dgm:t>
    </dgm:pt>
    <dgm:pt modelId="{A0899C9A-6580-44B2-BDA0-2AD081D228F2}" type="pres">
      <dgm:prSet presAssocID="{ECAD1B3B-719D-46CD-A037-20F3BDFC2CE1}" presName="root" presStyleCnt="0">
        <dgm:presLayoutVars>
          <dgm:dir/>
          <dgm:resizeHandles val="exact"/>
        </dgm:presLayoutVars>
      </dgm:prSet>
      <dgm:spPr/>
    </dgm:pt>
    <dgm:pt modelId="{BE744284-1435-43DF-BBB4-CEC91F6B6BE6}" type="pres">
      <dgm:prSet presAssocID="{ECAD1B3B-719D-46CD-A037-20F3BDFC2CE1}" presName="container" presStyleCnt="0">
        <dgm:presLayoutVars>
          <dgm:dir/>
          <dgm:resizeHandles val="exact"/>
        </dgm:presLayoutVars>
      </dgm:prSet>
      <dgm:spPr/>
    </dgm:pt>
    <dgm:pt modelId="{D325CA36-15B0-4157-8633-2C358AEAC006}" type="pres">
      <dgm:prSet presAssocID="{B1A4100D-B7B4-4F52-A070-739557B4DD10}" presName="compNode" presStyleCnt="0"/>
      <dgm:spPr/>
    </dgm:pt>
    <dgm:pt modelId="{CE3A425B-0E36-4757-9384-16A57E0DAFFA}" type="pres">
      <dgm:prSet presAssocID="{B1A4100D-B7B4-4F52-A070-739557B4DD10}" presName="iconBgRect" presStyleLbl="bgShp" presStyleIdx="0" presStyleCnt="4"/>
      <dgm:spPr/>
    </dgm:pt>
    <dgm:pt modelId="{B8B17875-394A-46BD-9869-29A9814B5908}" type="pres">
      <dgm:prSet presAssocID="{B1A4100D-B7B4-4F52-A070-739557B4DD1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rm scene"/>
        </a:ext>
      </dgm:extLst>
    </dgm:pt>
    <dgm:pt modelId="{B2AC2C28-71E2-47D7-8988-AE1FEF2BF643}" type="pres">
      <dgm:prSet presAssocID="{B1A4100D-B7B4-4F52-A070-739557B4DD10}" presName="spaceRect" presStyleCnt="0"/>
      <dgm:spPr/>
    </dgm:pt>
    <dgm:pt modelId="{E716FDA4-34AD-404B-9691-AD5091A31803}" type="pres">
      <dgm:prSet presAssocID="{B1A4100D-B7B4-4F52-A070-739557B4DD10}" presName="textRect" presStyleLbl="revTx" presStyleIdx="0" presStyleCnt="4">
        <dgm:presLayoutVars>
          <dgm:chMax val="1"/>
          <dgm:chPref val="1"/>
        </dgm:presLayoutVars>
      </dgm:prSet>
      <dgm:spPr/>
    </dgm:pt>
    <dgm:pt modelId="{0FE0B1ED-E097-4D26-900F-00E44EE05DC3}" type="pres">
      <dgm:prSet presAssocID="{94256EF2-B764-4771-AF9F-E77DCB570D35}" presName="sibTrans" presStyleLbl="sibTrans2D1" presStyleIdx="0" presStyleCnt="0"/>
      <dgm:spPr/>
    </dgm:pt>
    <dgm:pt modelId="{847F5564-B266-4BC2-A8F3-21CA13818781}" type="pres">
      <dgm:prSet presAssocID="{7DF39F57-B055-4D14-B076-C9D38A6DE210}" presName="compNode" presStyleCnt="0"/>
      <dgm:spPr/>
    </dgm:pt>
    <dgm:pt modelId="{76A3F4A8-85F2-41C0-A638-BF46822A690E}" type="pres">
      <dgm:prSet presAssocID="{7DF39F57-B055-4D14-B076-C9D38A6DE210}" presName="iconBgRect" presStyleLbl="bgShp" presStyleIdx="1" presStyleCnt="4"/>
      <dgm:spPr/>
    </dgm:pt>
    <dgm:pt modelId="{9CC14E7D-49A7-4592-A86A-D0039D74A63F}" type="pres">
      <dgm:prSet presAssocID="{7DF39F57-B055-4D14-B076-C9D38A6DE21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C72F9474-9E8F-4E3F-9715-7F793243CFAE}" type="pres">
      <dgm:prSet presAssocID="{7DF39F57-B055-4D14-B076-C9D38A6DE210}" presName="spaceRect" presStyleCnt="0"/>
      <dgm:spPr/>
    </dgm:pt>
    <dgm:pt modelId="{1FAA2F4F-D5A0-4D49-B6AC-0C29145AEBBF}" type="pres">
      <dgm:prSet presAssocID="{7DF39F57-B055-4D14-B076-C9D38A6DE210}" presName="textRect" presStyleLbl="revTx" presStyleIdx="1" presStyleCnt="4">
        <dgm:presLayoutVars>
          <dgm:chMax val="1"/>
          <dgm:chPref val="1"/>
        </dgm:presLayoutVars>
      </dgm:prSet>
      <dgm:spPr/>
    </dgm:pt>
    <dgm:pt modelId="{A94ED109-06C5-4F68-A72C-C07923C0BEDB}" type="pres">
      <dgm:prSet presAssocID="{8FD1FC90-8DB9-4961-9FA9-D2467912ECE3}" presName="sibTrans" presStyleLbl="sibTrans2D1" presStyleIdx="0" presStyleCnt="0"/>
      <dgm:spPr/>
    </dgm:pt>
    <dgm:pt modelId="{60A4C31E-2F84-4914-BDED-06042A57A5A6}" type="pres">
      <dgm:prSet presAssocID="{464BF899-57F5-448C-B30B-C1E502CFC7E3}" presName="compNode" presStyleCnt="0"/>
      <dgm:spPr/>
    </dgm:pt>
    <dgm:pt modelId="{52359463-3EA4-42ED-A65F-898CCB6425C0}" type="pres">
      <dgm:prSet presAssocID="{464BF899-57F5-448C-B30B-C1E502CFC7E3}" presName="iconBgRect" presStyleLbl="bgShp" presStyleIdx="2" presStyleCnt="4"/>
      <dgm:spPr/>
    </dgm:pt>
    <dgm:pt modelId="{8A21C788-26BB-4036-B598-B1A1D90EDB32}" type="pres">
      <dgm:prSet presAssocID="{464BF899-57F5-448C-B30B-C1E502CFC7E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actor"/>
        </a:ext>
      </dgm:extLst>
    </dgm:pt>
    <dgm:pt modelId="{819E66DB-622F-45B2-BBA3-A0EB26FF64E8}" type="pres">
      <dgm:prSet presAssocID="{464BF899-57F5-448C-B30B-C1E502CFC7E3}" presName="spaceRect" presStyleCnt="0"/>
      <dgm:spPr/>
    </dgm:pt>
    <dgm:pt modelId="{50FE0B9C-0154-4E44-8034-0FCE2D2A0681}" type="pres">
      <dgm:prSet presAssocID="{464BF899-57F5-448C-B30B-C1E502CFC7E3}" presName="textRect" presStyleLbl="revTx" presStyleIdx="2" presStyleCnt="4">
        <dgm:presLayoutVars>
          <dgm:chMax val="1"/>
          <dgm:chPref val="1"/>
        </dgm:presLayoutVars>
      </dgm:prSet>
      <dgm:spPr/>
    </dgm:pt>
    <dgm:pt modelId="{6A7E02EA-6B21-4734-9300-164DD795A87E}" type="pres">
      <dgm:prSet presAssocID="{EB2326DE-E3A6-4824-8DA5-D2906AE1633B}" presName="sibTrans" presStyleLbl="sibTrans2D1" presStyleIdx="0" presStyleCnt="0"/>
      <dgm:spPr/>
    </dgm:pt>
    <dgm:pt modelId="{628F4D4D-64F9-465A-AEF6-44B99D003079}" type="pres">
      <dgm:prSet presAssocID="{966CB590-E413-49A7-AFDB-A8F10B8DD1E7}" presName="compNode" presStyleCnt="0"/>
      <dgm:spPr/>
    </dgm:pt>
    <dgm:pt modelId="{F1D03ADF-FDF5-4F3A-B876-A13958537540}" type="pres">
      <dgm:prSet presAssocID="{966CB590-E413-49A7-AFDB-A8F10B8DD1E7}" presName="iconBgRect" presStyleLbl="bgShp" presStyleIdx="3" presStyleCnt="4"/>
      <dgm:spPr/>
    </dgm:pt>
    <dgm:pt modelId="{E8BC0CB6-9A34-43FF-9EA0-21B40736A36A}" type="pres">
      <dgm:prSet presAssocID="{966CB590-E413-49A7-AFDB-A8F10B8DD1E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lant"/>
        </a:ext>
      </dgm:extLst>
    </dgm:pt>
    <dgm:pt modelId="{19340062-6AD0-4DB9-863E-3DF96B70DD79}" type="pres">
      <dgm:prSet presAssocID="{966CB590-E413-49A7-AFDB-A8F10B8DD1E7}" presName="spaceRect" presStyleCnt="0"/>
      <dgm:spPr/>
    </dgm:pt>
    <dgm:pt modelId="{8D875CDA-8AE5-45DE-B4F7-968227DE41EA}" type="pres">
      <dgm:prSet presAssocID="{966CB590-E413-49A7-AFDB-A8F10B8DD1E7}" presName="textRect" presStyleLbl="revTx" presStyleIdx="3" presStyleCnt="4">
        <dgm:presLayoutVars>
          <dgm:chMax val="1"/>
          <dgm:chPref val="1"/>
        </dgm:presLayoutVars>
      </dgm:prSet>
      <dgm:spPr/>
    </dgm:pt>
  </dgm:ptLst>
  <dgm:cxnLst>
    <dgm:cxn modelId="{10911519-2CD4-430A-A578-0A7A478E0403}" type="presOf" srcId="{966CB590-E413-49A7-AFDB-A8F10B8DD1E7}" destId="{8D875CDA-8AE5-45DE-B4F7-968227DE41EA}" srcOrd="0" destOrd="0" presId="urn:microsoft.com/office/officeart/2018/2/layout/IconCircleList"/>
    <dgm:cxn modelId="{45A1934A-E246-4334-929F-E901092CB104}" type="presOf" srcId="{EB2326DE-E3A6-4824-8DA5-D2906AE1633B}" destId="{6A7E02EA-6B21-4734-9300-164DD795A87E}" srcOrd="0" destOrd="0" presId="urn:microsoft.com/office/officeart/2018/2/layout/IconCircleList"/>
    <dgm:cxn modelId="{49845379-45FC-4551-BEA3-554411D44864}" type="presOf" srcId="{ECAD1B3B-719D-46CD-A037-20F3BDFC2CE1}" destId="{A0899C9A-6580-44B2-BDA0-2AD081D228F2}" srcOrd="0" destOrd="0" presId="urn:microsoft.com/office/officeart/2018/2/layout/IconCircleList"/>
    <dgm:cxn modelId="{CA98BF7E-A53F-4D48-A418-E5A0DEDE73DE}" srcId="{ECAD1B3B-719D-46CD-A037-20F3BDFC2CE1}" destId="{B1A4100D-B7B4-4F52-A070-739557B4DD10}" srcOrd="0" destOrd="0" parTransId="{6683FAA5-20A1-4951-AE2A-8DFC44EAC0A9}" sibTransId="{94256EF2-B764-4771-AF9F-E77DCB570D35}"/>
    <dgm:cxn modelId="{DA3554BA-4987-4F8F-A999-590AE70FBF55}" type="presOf" srcId="{8FD1FC90-8DB9-4961-9FA9-D2467912ECE3}" destId="{A94ED109-06C5-4F68-A72C-C07923C0BEDB}" srcOrd="0" destOrd="0" presId="urn:microsoft.com/office/officeart/2018/2/layout/IconCircleList"/>
    <dgm:cxn modelId="{32511FBF-517C-4421-9232-BE901C1CEF7B}" srcId="{ECAD1B3B-719D-46CD-A037-20F3BDFC2CE1}" destId="{966CB590-E413-49A7-AFDB-A8F10B8DD1E7}" srcOrd="3" destOrd="0" parTransId="{E992C9CF-AC67-4F54-8002-9E3A41E0E4A4}" sibTransId="{2E393CAD-D12F-4BE1-84AA-AA292C64FAF6}"/>
    <dgm:cxn modelId="{613DDBCB-D773-4218-976D-4DE39A193D10}" type="presOf" srcId="{7DF39F57-B055-4D14-B076-C9D38A6DE210}" destId="{1FAA2F4F-D5A0-4D49-B6AC-0C29145AEBBF}" srcOrd="0" destOrd="0" presId="urn:microsoft.com/office/officeart/2018/2/layout/IconCircleList"/>
    <dgm:cxn modelId="{6CEC5CDC-CBB2-45AB-9CBB-B5C96A7F007E}" type="presOf" srcId="{B1A4100D-B7B4-4F52-A070-739557B4DD10}" destId="{E716FDA4-34AD-404B-9691-AD5091A31803}" srcOrd="0" destOrd="0" presId="urn:microsoft.com/office/officeart/2018/2/layout/IconCircleList"/>
    <dgm:cxn modelId="{62A144F5-4A6A-4470-A45F-522AF3597DAF}" srcId="{ECAD1B3B-719D-46CD-A037-20F3BDFC2CE1}" destId="{464BF899-57F5-448C-B30B-C1E502CFC7E3}" srcOrd="2" destOrd="0" parTransId="{F8506FFF-A682-4261-B151-2C0E555E24F2}" sibTransId="{EB2326DE-E3A6-4824-8DA5-D2906AE1633B}"/>
    <dgm:cxn modelId="{2FBAFCF9-CB59-4C5F-8011-B6EC855ACECC}" srcId="{ECAD1B3B-719D-46CD-A037-20F3BDFC2CE1}" destId="{7DF39F57-B055-4D14-B076-C9D38A6DE210}" srcOrd="1" destOrd="0" parTransId="{86F937B1-E658-4244-B194-0D0199DF0B75}" sibTransId="{8FD1FC90-8DB9-4961-9FA9-D2467912ECE3}"/>
    <dgm:cxn modelId="{41C645FA-7D77-43C0-BB4E-D4E4DC1159E5}" type="presOf" srcId="{94256EF2-B764-4771-AF9F-E77DCB570D35}" destId="{0FE0B1ED-E097-4D26-900F-00E44EE05DC3}" srcOrd="0" destOrd="0" presId="urn:microsoft.com/office/officeart/2018/2/layout/IconCircleList"/>
    <dgm:cxn modelId="{B78FEAFB-4199-497D-BFC5-FBEDD499C994}" type="presOf" srcId="{464BF899-57F5-448C-B30B-C1E502CFC7E3}" destId="{50FE0B9C-0154-4E44-8034-0FCE2D2A0681}" srcOrd="0" destOrd="0" presId="urn:microsoft.com/office/officeart/2018/2/layout/IconCircleList"/>
    <dgm:cxn modelId="{D557DB18-2EFA-4EA5-8E60-81F9060D9479}" type="presParOf" srcId="{A0899C9A-6580-44B2-BDA0-2AD081D228F2}" destId="{BE744284-1435-43DF-BBB4-CEC91F6B6BE6}" srcOrd="0" destOrd="0" presId="urn:microsoft.com/office/officeart/2018/2/layout/IconCircleList"/>
    <dgm:cxn modelId="{5FF0B652-09CC-4252-8DDE-F09711080CF9}" type="presParOf" srcId="{BE744284-1435-43DF-BBB4-CEC91F6B6BE6}" destId="{D325CA36-15B0-4157-8633-2C358AEAC006}" srcOrd="0" destOrd="0" presId="urn:microsoft.com/office/officeart/2018/2/layout/IconCircleList"/>
    <dgm:cxn modelId="{FBFD1F7E-6236-4689-9DBA-E2F57C393C6E}" type="presParOf" srcId="{D325CA36-15B0-4157-8633-2C358AEAC006}" destId="{CE3A425B-0E36-4757-9384-16A57E0DAFFA}" srcOrd="0" destOrd="0" presId="urn:microsoft.com/office/officeart/2018/2/layout/IconCircleList"/>
    <dgm:cxn modelId="{C6BBD3A3-0581-4BED-8EF1-B23CCEFFCF7D}" type="presParOf" srcId="{D325CA36-15B0-4157-8633-2C358AEAC006}" destId="{B8B17875-394A-46BD-9869-29A9814B5908}" srcOrd="1" destOrd="0" presId="urn:microsoft.com/office/officeart/2018/2/layout/IconCircleList"/>
    <dgm:cxn modelId="{8CECC088-4168-44CB-BD9A-DD201B6CA63E}" type="presParOf" srcId="{D325CA36-15B0-4157-8633-2C358AEAC006}" destId="{B2AC2C28-71E2-47D7-8988-AE1FEF2BF643}" srcOrd="2" destOrd="0" presId="urn:microsoft.com/office/officeart/2018/2/layout/IconCircleList"/>
    <dgm:cxn modelId="{3C7B7FF9-F102-47A6-9D9A-11FC9F75D815}" type="presParOf" srcId="{D325CA36-15B0-4157-8633-2C358AEAC006}" destId="{E716FDA4-34AD-404B-9691-AD5091A31803}" srcOrd="3" destOrd="0" presId="urn:microsoft.com/office/officeart/2018/2/layout/IconCircleList"/>
    <dgm:cxn modelId="{EAC66A70-B713-4588-9101-26722495C348}" type="presParOf" srcId="{BE744284-1435-43DF-BBB4-CEC91F6B6BE6}" destId="{0FE0B1ED-E097-4D26-900F-00E44EE05DC3}" srcOrd="1" destOrd="0" presId="urn:microsoft.com/office/officeart/2018/2/layout/IconCircleList"/>
    <dgm:cxn modelId="{14D2AE90-CDEA-4834-9623-633FA1498645}" type="presParOf" srcId="{BE744284-1435-43DF-BBB4-CEC91F6B6BE6}" destId="{847F5564-B266-4BC2-A8F3-21CA13818781}" srcOrd="2" destOrd="0" presId="urn:microsoft.com/office/officeart/2018/2/layout/IconCircleList"/>
    <dgm:cxn modelId="{81B741E6-B17A-4834-B3FF-D0DE90D6E6BC}" type="presParOf" srcId="{847F5564-B266-4BC2-A8F3-21CA13818781}" destId="{76A3F4A8-85F2-41C0-A638-BF46822A690E}" srcOrd="0" destOrd="0" presId="urn:microsoft.com/office/officeart/2018/2/layout/IconCircleList"/>
    <dgm:cxn modelId="{923F4AFF-4295-4191-A347-C89979825C7B}" type="presParOf" srcId="{847F5564-B266-4BC2-A8F3-21CA13818781}" destId="{9CC14E7D-49A7-4592-A86A-D0039D74A63F}" srcOrd="1" destOrd="0" presId="urn:microsoft.com/office/officeart/2018/2/layout/IconCircleList"/>
    <dgm:cxn modelId="{F3EB1911-8898-4AB9-A01C-915ADBA1C842}" type="presParOf" srcId="{847F5564-B266-4BC2-A8F3-21CA13818781}" destId="{C72F9474-9E8F-4E3F-9715-7F793243CFAE}" srcOrd="2" destOrd="0" presId="urn:microsoft.com/office/officeart/2018/2/layout/IconCircleList"/>
    <dgm:cxn modelId="{CD3162D1-4F07-4312-BEA7-1EF5AC03A984}" type="presParOf" srcId="{847F5564-B266-4BC2-A8F3-21CA13818781}" destId="{1FAA2F4F-D5A0-4D49-B6AC-0C29145AEBBF}" srcOrd="3" destOrd="0" presId="urn:microsoft.com/office/officeart/2018/2/layout/IconCircleList"/>
    <dgm:cxn modelId="{FC97FD0C-6E3E-4862-8782-9FFB92F3B2A9}" type="presParOf" srcId="{BE744284-1435-43DF-BBB4-CEC91F6B6BE6}" destId="{A94ED109-06C5-4F68-A72C-C07923C0BEDB}" srcOrd="3" destOrd="0" presId="urn:microsoft.com/office/officeart/2018/2/layout/IconCircleList"/>
    <dgm:cxn modelId="{C9C7536E-C3A0-44D7-9C64-F93099193D6B}" type="presParOf" srcId="{BE744284-1435-43DF-BBB4-CEC91F6B6BE6}" destId="{60A4C31E-2F84-4914-BDED-06042A57A5A6}" srcOrd="4" destOrd="0" presId="urn:microsoft.com/office/officeart/2018/2/layout/IconCircleList"/>
    <dgm:cxn modelId="{A0B3EA02-2B63-48B3-8F7A-9054BDA35657}" type="presParOf" srcId="{60A4C31E-2F84-4914-BDED-06042A57A5A6}" destId="{52359463-3EA4-42ED-A65F-898CCB6425C0}" srcOrd="0" destOrd="0" presId="urn:microsoft.com/office/officeart/2018/2/layout/IconCircleList"/>
    <dgm:cxn modelId="{96A86571-6578-40D6-80E4-627581693F33}" type="presParOf" srcId="{60A4C31E-2F84-4914-BDED-06042A57A5A6}" destId="{8A21C788-26BB-4036-B598-B1A1D90EDB32}" srcOrd="1" destOrd="0" presId="urn:microsoft.com/office/officeart/2018/2/layout/IconCircleList"/>
    <dgm:cxn modelId="{ED2D70BB-1A9C-435F-B4F8-A568FB37F558}" type="presParOf" srcId="{60A4C31E-2F84-4914-BDED-06042A57A5A6}" destId="{819E66DB-622F-45B2-BBA3-A0EB26FF64E8}" srcOrd="2" destOrd="0" presId="urn:microsoft.com/office/officeart/2018/2/layout/IconCircleList"/>
    <dgm:cxn modelId="{89906055-7F13-446E-8600-B16D31B14FEB}" type="presParOf" srcId="{60A4C31E-2F84-4914-BDED-06042A57A5A6}" destId="{50FE0B9C-0154-4E44-8034-0FCE2D2A0681}" srcOrd="3" destOrd="0" presId="urn:microsoft.com/office/officeart/2018/2/layout/IconCircleList"/>
    <dgm:cxn modelId="{AC2927D2-2836-45E6-89CC-F7266759A455}" type="presParOf" srcId="{BE744284-1435-43DF-BBB4-CEC91F6B6BE6}" destId="{6A7E02EA-6B21-4734-9300-164DD795A87E}" srcOrd="5" destOrd="0" presId="urn:microsoft.com/office/officeart/2018/2/layout/IconCircleList"/>
    <dgm:cxn modelId="{BE0DB8CA-BE41-48B1-BF06-498E2C5FB586}" type="presParOf" srcId="{BE744284-1435-43DF-BBB4-CEC91F6B6BE6}" destId="{628F4D4D-64F9-465A-AEF6-44B99D003079}" srcOrd="6" destOrd="0" presId="urn:microsoft.com/office/officeart/2018/2/layout/IconCircleList"/>
    <dgm:cxn modelId="{0A95356B-7E14-44B7-B52E-4B114260739B}" type="presParOf" srcId="{628F4D4D-64F9-465A-AEF6-44B99D003079}" destId="{F1D03ADF-FDF5-4F3A-B876-A13958537540}" srcOrd="0" destOrd="0" presId="urn:microsoft.com/office/officeart/2018/2/layout/IconCircleList"/>
    <dgm:cxn modelId="{182FD18C-C465-459B-85DC-36D6D7384F5F}" type="presParOf" srcId="{628F4D4D-64F9-465A-AEF6-44B99D003079}" destId="{E8BC0CB6-9A34-43FF-9EA0-21B40736A36A}" srcOrd="1" destOrd="0" presId="urn:microsoft.com/office/officeart/2018/2/layout/IconCircleList"/>
    <dgm:cxn modelId="{28336055-891A-4B5D-9EBA-48EC4E18123C}" type="presParOf" srcId="{628F4D4D-64F9-465A-AEF6-44B99D003079}" destId="{19340062-6AD0-4DB9-863E-3DF96B70DD79}" srcOrd="2" destOrd="0" presId="urn:microsoft.com/office/officeart/2018/2/layout/IconCircleList"/>
    <dgm:cxn modelId="{BC2E8A8E-AA87-492F-8542-EC77788D093F}" type="presParOf" srcId="{628F4D4D-64F9-465A-AEF6-44B99D003079}" destId="{8D875CDA-8AE5-45DE-B4F7-968227DE41E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908BD-7FAE-4CB2-9A09-3CC28BBB567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0CCE84E-4668-484D-BC85-EEC1ECEE7C99}">
      <dgm:prSet/>
      <dgm:spPr/>
      <dgm:t>
        <a:bodyPr/>
        <a:lstStyle/>
        <a:p>
          <a:r>
            <a:rPr lang="en-US"/>
            <a:t>The research problem addressed in this study centres on the accurate prediction of crop yields in agriculture, employing a diverse set of machine learning algorithms. </a:t>
          </a:r>
        </a:p>
      </dgm:t>
    </dgm:pt>
    <dgm:pt modelId="{3E19C136-1247-47D1-8D2D-354EA10D5115}" type="parTrans" cxnId="{F1CDDD64-6F72-41BB-AC8F-CCB7F6B42027}">
      <dgm:prSet/>
      <dgm:spPr/>
      <dgm:t>
        <a:bodyPr/>
        <a:lstStyle/>
        <a:p>
          <a:endParaRPr lang="en-US"/>
        </a:p>
      </dgm:t>
    </dgm:pt>
    <dgm:pt modelId="{3766B9FB-EA36-4F26-876F-9F119E352354}" type="sibTrans" cxnId="{F1CDDD64-6F72-41BB-AC8F-CCB7F6B42027}">
      <dgm:prSet/>
      <dgm:spPr/>
      <dgm:t>
        <a:bodyPr/>
        <a:lstStyle/>
        <a:p>
          <a:endParaRPr lang="en-US"/>
        </a:p>
      </dgm:t>
    </dgm:pt>
    <dgm:pt modelId="{6FD10BC1-1E93-44F1-B65D-ED017B6A6063}">
      <dgm:prSet/>
      <dgm:spPr/>
      <dgm:t>
        <a:bodyPr/>
        <a:lstStyle/>
        <a:p>
          <a:r>
            <a:rPr lang="en-US"/>
            <a:t>The challenge lies in developing models that can effectively leverage historical data, encompassing factors such as average rainfall, pesticide usage, and temperature, to forecast future crop yields reliably. </a:t>
          </a:r>
        </a:p>
      </dgm:t>
    </dgm:pt>
    <dgm:pt modelId="{4C19D923-BA5B-4273-8C1A-4EF34B75AD74}" type="parTrans" cxnId="{15B2E488-1812-497E-9055-A3251288A639}">
      <dgm:prSet/>
      <dgm:spPr/>
      <dgm:t>
        <a:bodyPr/>
        <a:lstStyle/>
        <a:p>
          <a:endParaRPr lang="en-US"/>
        </a:p>
      </dgm:t>
    </dgm:pt>
    <dgm:pt modelId="{90B117C8-C5A9-445C-A155-3D3A801FB84D}" type="sibTrans" cxnId="{15B2E488-1812-497E-9055-A3251288A639}">
      <dgm:prSet/>
      <dgm:spPr/>
      <dgm:t>
        <a:bodyPr/>
        <a:lstStyle/>
        <a:p>
          <a:endParaRPr lang="en-US"/>
        </a:p>
      </dgm:t>
    </dgm:pt>
    <dgm:pt modelId="{71169386-3A22-4537-AEDE-AAFB0326DD5B}">
      <dgm:prSet/>
      <dgm:spPr/>
      <dgm:t>
        <a:bodyPr/>
        <a:lstStyle/>
        <a:p>
          <a:r>
            <a:rPr lang="en-US"/>
            <a:t>Agricultural stakeholders face the critical need for advanced predictive tools that navigate the intricate relationships among these variables, offering insights into crop production's dynamic and often unpredictable nature.</a:t>
          </a:r>
        </a:p>
      </dgm:t>
    </dgm:pt>
    <dgm:pt modelId="{11DA223C-EDAD-48C4-BE67-22E609E9276E}" type="parTrans" cxnId="{1B8449CC-9405-4139-A6E4-57D084354FB7}">
      <dgm:prSet/>
      <dgm:spPr/>
      <dgm:t>
        <a:bodyPr/>
        <a:lstStyle/>
        <a:p>
          <a:endParaRPr lang="en-US"/>
        </a:p>
      </dgm:t>
    </dgm:pt>
    <dgm:pt modelId="{D73CE5A5-27E8-44BE-A886-96BC4A423C06}" type="sibTrans" cxnId="{1B8449CC-9405-4139-A6E4-57D084354FB7}">
      <dgm:prSet/>
      <dgm:spPr/>
      <dgm:t>
        <a:bodyPr/>
        <a:lstStyle/>
        <a:p>
          <a:endParaRPr lang="en-US"/>
        </a:p>
      </dgm:t>
    </dgm:pt>
    <dgm:pt modelId="{2EBB2F9A-D584-40DF-AB30-3D9FBF7D5A0A}" type="pres">
      <dgm:prSet presAssocID="{9D5908BD-7FAE-4CB2-9A09-3CC28BBB567F}" presName="root" presStyleCnt="0">
        <dgm:presLayoutVars>
          <dgm:dir/>
          <dgm:resizeHandles val="exact"/>
        </dgm:presLayoutVars>
      </dgm:prSet>
      <dgm:spPr/>
    </dgm:pt>
    <dgm:pt modelId="{7A6977BE-BBAC-46CF-847A-33272D7C2464}" type="pres">
      <dgm:prSet presAssocID="{A0CCE84E-4668-484D-BC85-EEC1ECEE7C99}" presName="compNode" presStyleCnt="0"/>
      <dgm:spPr/>
    </dgm:pt>
    <dgm:pt modelId="{816B4767-9466-4127-A172-F4A19C76677E}" type="pres">
      <dgm:prSet presAssocID="{A0CCE84E-4668-484D-BC85-EEC1ECEE7C99}" presName="bgRect" presStyleLbl="bgShp" presStyleIdx="0" presStyleCnt="3"/>
      <dgm:spPr/>
    </dgm:pt>
    <dgm:pt modelId="{7506809C-A8BC-4F9D-8449-C3D01CBF2287}" type="pres">
      <dgm:prSet presAssocID="{A0CCE84E-4668-484D-BC85-EEC1ECEE7C9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rm scene"/>
        </a:ext>
      </dgm:extLst>
    </dgm:pt>
    <dgm:pt modelId="{E0B5903B-A21B-4847-81B6-17232AEAFFAD}" type="pres">
      <dgm:prSet presAssocID="{A0CCE84E-4668-484D-BC85-EEC1ECEE7C99}" presName="spaceRect" presStyleCnt="0"/>
      <dgm:spPr/>
    </dgm:pt>
    <dgm:pt modelId="{68E4DC54-8E48-44E6-98F5-2CD320F94893}" type="pres">
      <dgm:prSet presAssocID="{A0CCE84E-4668-484D-BC85-EEC1ECEE7C99}" presName="parTx" presStyleLbl="revTx" presStyleIdx="0" presStyleCnt="3">
        <dgm:presLayoutVars>
          <dgm:chMax val="0"/>
          <dgm:chPref val="0"/>
        </dgm:presLayoutVars>
      </dgm:prSet>
      <dgm:spPr/>
    </dgm:pt>
    <dgm:pt modelId="{546BD5AF-0DF3-4B14-91A6-3D4B0CBC37D5}" type="pres">
      <dgm:prSet presAssocID="{3766B9FB-EA36-4F26-876F-9F119E352354}" presName="sibTrans" presStyleCnt="0"/>
      <dgm:spPr/>
    </dgm:pt>
    <dgm:pt modelId="{BA8702DB-DA81-4A8A-A187-931801B8F04E}" type="pres">
      <dgm:prSet presAssocID="{6FD10BC1-1E93-44F1-B65D-ED017B6A6063}" presName="compNode" presStyleCnt="0"/>
      <dgm:spPr/>
    </dgm:pt>
    <dgm:pt modelId="{09612DCA-378B-4667-8904-EC86A1B05B04}" type="pres">
      <dgm:prSet presAssocID="{6FD10BC1-1E93-44F1-B65D-ED017B6A6063}" presName="bgRect" presStyleLbl="bgShp" presStyleIdx="1" presStyleCnt="3"/>
      <dgm:spPr/>
    </dgm:pt>
    <dgm:pt modelId="{B2D11D45-9ABC-4482-98EE-B3DE2B574E98}" type="pres">
      <dgm:prSet presAssocID="{6FD10BC1-1E93-44F1-B65D-ED017B6A606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spray"/>
        </a:ext>
      </dgm:extLst>
    </dgm:pt>
    <dgm:pt modelId="{3FA46AF7-5B53-4CC0-A102-7182616570FA}" type="pres">
      <dgm:prSet presAssocID="{6FD10BC1-1E93-44F1-B65D-ED017B6A6063}" presName="spaceRect" presStyleCnt="0"/>
      <dgm:spPr/>
    </dgm:pt>
    <dgm:pt modelId="{D5670BB2-F42C-4DDB-BBF2-B88B6585BCD5}" type="pres">
      <dgm:prSet presAssocID="{6FD10BC1-1E93-44F1-B65D-ED017B6A6063}" presName="parTx" presStyleLbl="revTx" presStyleIdx="1" presStyleCnt="3">
        <dgm:presLayoutVars>
          <dgm:chMax val="0"/>
          <dgm:chPref val="0"/>
        </dgm:presLayoutVars>
      </dgm:prSet>
      <dgm:spPr/>
    </dgm:pt>
    <dgm:pt modelId="{55C5046E-E945-47ED-AECA-188299F7A066}" type="pres">
      <dgm:prSet presAssocID="{90B117C8-C5A9-445C-A155-3D3A801FB84D}" presName="sibTrans" presStyleCnt="0"/>
      <dgm:spPr/>
    </dgm:pt>
    <dgm:pt modelId="{84DC24C8-5DAE-4BB8-B399-0208745F4B5F}" type="pres">
      <dgm:prSet presAssocID="{71169386-3A22-4537-AEDE-AAFB0326DD5B}" presName="compNode" presStyleCnt="0"/>
      <dgm:spPr/>
    </dgm:pt>
    <dgm:pt modelId="{1A7146DE-CFBC-4E36-904E-6D339CAE7483}" type="pres">
      <dgm:prSet presAssocID="{71169386-3A22-4537-AEDE-AAFB0326DD5B}" presName="bgRect" presStyleLbl="bgShp" presStyleIdx="2" presStyleCnt="3"/>
      <dgm:spPr/>
    </dgm:pt>
    <dgm:pt modelId="{36438B4C-4B18-4BF5-B8B2-ABE7F6B1BB9C}" type="pres">
      <dgm:prSet presAssocID="{71169386-3A22-4537-AEDE-AAFB0326DD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nt"/>
        </a:ext>
      </dgm:extLst>
    </dgm:pt>
    <dgm:pt modelId="{6A97D595-0F10-444C-8E75-05198DA05C00}" type="pres">
      <dgm:prSet presAssocID="{71169386-3A22-4537-AEDE-AAFB0326DD5B}" presName="spaceRect" presStyleCnt="0"/>
      <dgm:spPr/>
    </dgm:pt>
    <dgm:pt modelId="{A101E506-23AA-4D46-AB55-AB7E606BEA1E}" type="pres">
      <dgm:prSet presAssocID="{71169386-3A22-4537-AEDE-AAFB0326DD5B}" presName="parTx" presStyleLbl="revTx" presStyleIdx="2" presStyleCnt="3">
        <dgm:presLayoutVars>
          <dgm:chMax val="0"/>
          <dgm:chPref val="0"/>
        </dgm:presLayoutVars>
      </dgm:prSet>
      <dgm:spPr/>
    </dgm:pt>
  </dgm:ptLst>
  <dgm:cxnLst>
    <dgm:cxn modelId="{F1CDDD64-6F72-41BB-AC8F-CCB7F6B42027}" srcId="{9D5908BD-7FAE-4CB2-9A09-3CC28BBB567F}" destId="{A0CCE84E-4668-484D-BC85-EEC1ECEE7C99}" srcOrd="0" destOrd="0" parTransId="{3E19C136-1247-47D1-8D2D-354EA10D5115}" sibTransId="{3766B9FB-EA36-4F26-876F-9F119E352354}"/>
    <dgm:cxn modelId="{FB5C4C70-A03B-4474-9E3D-92EDE097301E}" type="presOf" srcId="{9D5908BD-7FAE-4CB2-9A09-3CC28BBB567F}" destId="{2EBB2F9A-D584-40DF-AB30-3D9FBF7D5A0A}" srcOrd="0" destOrd="0" presId="urn:microsoft.com/office/officeart/2018/2/layout/IconVerticalSolidList"/>
    <dgm:cxn modelId="{15B2E488-1812-497E-9055-A3251288A639}" srcId="{9D5908BD-7FAE-4CB2-9A09-3CC28BBB567F}" destId="{6FD10BC1-1E93-44F1-B65D-ED017B6A6063}" srcOrd="1" destOrd="0" parTransId="{4C19D923-BA5B-4273-8C1A-4EF34B75AD74}" sibTransId="{90B117C8-C5A9-445C-A155-3D3A801FB84D}"/>
    <dgm:cxn modelId="{4D9B068E-2E2B-4965-85D2-CFC4019AB86F}" type="presOf" srcId="{71169386-3A22-4537-AEDE-AAFB0326DD5B}" destId="{A101E506-23AA-4D46-AB55-AB7E606BEA1E}" srcOrd="0" destOrd="0" presId="urn:microsoft.com/office/officeart/2018/2/layout/IconVerticalSolidList"/>
    <dgm:cxn modelId="{1B8449CC-9405-4139-A6E4-57D084354FB7}" srcId="{9D5908BD-7FAE-4CB2-9A09-3CC28BBB567F}" destId="{71169386-3A22-4537-AEDE-AAFB0326DD5B}" srcOrd="2" destOrd="0" parTransId="{11DA223C-EDAD-48C4-BE67-22E609E9276E}" sibTransId="{D73CE5A5-27E8-44BE-A886-96BC4A423C06}"/>
    <dgm:cxn modelId="{4A32C3E2-E89D-4AEA-8C8B-092E63528E96}" type="presOf" srcId="{6FD10BC1-1E93-44F1-B65D-ED017B6A6063}" destId="{D5670BB2-F42C-4DDB-BBF2-B88B6585BCD5}" srcOrd="0" destOrd="0" presId="urn:microsoft.com/office/officeart/2018/2/layout/IconVerticalSolidList"/>
    <dgm:cxn modelId="{CAB970FD-5700-4287-9DE8-4700E55AEA6A}" type="presOf" srcId="{A0CCE84E-4668-484D-BC85-EEC1ECEE7C99}" destId="{68E4DC54-8E48-44E6-98F5-2CD320F94893}" srcOrd="0" destOrd="0" presId="urn:microsoft.com/office/officeart/2018/2/layout/IconVerticalSolidList"/>
    <dgm:cxn modelId="{0A62E263-03A7-4C23-BD07-EF5B2A5D6A85}" type="presParOf" srcId="{2EBB2F9A-D584-40DF-AB30-3D9FBF7D5A0A}" destId="{7A6977BE-BBAC-46CF-847A-33272D7C2464}" srcOrd="0" destOrd="0" presId="urn:microsoft.com/office/officeart/2018/2/layout/IconVerticalSolidList"/>
    <dgm:cxn modelId="{74DA29E7-2ED6-4A64-AEB2-4788B2330A93}" type="presParOf" srcId="{7A6977BE-BBAC-46CF-847A-33272D7C2464}" destId="{816B4767-9466-4127-A172-F4A19C76677E}" srcOrd="0" destOrd="0" presId="urn:microsoft.com/office/officeart/2018/2/layout/IconVerticalSolidList"/>
    <dgm:cxn modelId="{AA60FFE8-2AF7-4FD5-AADC-C6C99298EA35}" type="presParOf" srcId="{7A6977BE-BBAC-46CF-847A-33272D7C2464}" destId="{7506809C-A8BC-4F9D-8449-C3D01CBF2287}" srcOrd="1" destOrd="0" presId="urn:microsoft.com/office/officeart/2018/2/layout/IconVerticalSolidList"/>
    <dgm:cxn modelId="{A64F88D5-A68E-4417-A36B-BA297841F367}" type="presParOf" srcId="{7A6977BE-BBAC-46CF-847A-33272D7C2464}" destId="{E0B5903B-A21B-4847-81B6-17232AEAFFAD}" srcOrd="2" destOrd="0" presId="urn:microsoft.com/office/officeart/2018/2/layout/IconVerticalSolidList"/>
    <dgm:cxn modelId="{24BCE4D1-5716-4485-BFA5-88144AC17710}" type="presParOf" srcId="{7A6977BE-BBAC-46CF-847A-33272D7C2464}" destId="{68E4DC54-8E48-44E6-98F5-2CD320F94893}" srcOrd="3" destOrd="0" presId="urn:microsoft.com/office/officeart/2018/2/layout/IconVerticalSolidList"/>
    <dgm:cxn modelId="{FC91C7C9-6DD9-4B60-98EE-C2FA914B5199}" type="presParOf" srcId="{2EBB2F9A-D584-40DF-AB30-3D9FBF7D5A0A}" destId="{546BD5AF-0DF3-4B14-91A6-3D4B0CBC37D5}" srcOrd="1" destOrd="0" presId="urn:microsoft.com/office/officeart/2018/2/layout/IconVerticalSolidList"/>
    <dgm:cxn modelId="{4988FAE1-ECBF-4B2F-8C24-4C91ECFB5BF6}" type="presParOf" srcId="{2EBB2F9A-D584-40DF-AB30-3D9FBF7D5A0A}" destId="{BA8702DB-DA81-4A8A-A187-931801B8F04E}" srcOrd="2" destOrd="0" presId="urn:microsoft.com/office/officeart/2018/2/layout/IconVerticalSolidList"/>
    <dgm:cxn modelId="{BBC38F0B-7C78-4F51-A729-946C3E044468}" type="presParOf" srcId="{BA8702DB-DA81-4A8A-A187-931801B8F04E}" destId="{09612DCA-378B-4667-8904-EC86A1B05B04}" srcOrd="0" destOrd="0" presId="urn:microsoft.com/office/officeart/2018/2/layout/IconVerticalSolidList"/>
    <dgm:cxn modelId="{4E388744-20F8-4780-B836-F69DDA69873D}" type="presParOf" srcId="{BA8702DB-DA81-4A8A-A187-931801B8F04E}" destId="{B2D11D45-9ABC-4482-98EE-B3DE2B574E98}" srcOrd="1" destOrd="0" presId="urn:microsoft.com/office/officeart/2018/2/layout/IconVerticalSolidList"/>
    <dgm:cxn modelId="{6F654A7F-BE28-427E-87A9-C0939D00C376}" type="presParOf" srcId="{BA8702DB-DA81-4A8A-A187-931801B8F04E}" destId="{3FA46AF7-5B53-4CC0-A102-7182616570FA}" srcOrd="2" destOrd="0" presId="urn:microsoft.com/office/officeart/2018/2/layout/IconVerticalSolidList"/>
    <dgm:cxn modelId="{D08B5F60-0AA1-42E6-8B5F-E7D03ED41D38}" type="presParOf" srcId="{BA8702DB-DA81-4A8A-A187-931801B8F04E}" destId="{D5670BB2-F42C-4DDB-BBF2-B88B6585BCD5}" srcOrd="3" destOrd="0" presId="urn:microsoft.com/office/officeart/2018/2/layout/IconVerticalSolidList"/>
    <dgm:cxn modelId="{52EA2150-7CF8-4C80-ABC3-9516088E5516}" type="presParOf" srcId="{2EBB2F9A-D584-40DF-AB30-3D9FBF7D5A0A}" destId="{55C5046E-E945-47ED-AECA-188299F7A066}" srcOrd="3" destOrd="0" presId="urn:microsoft.com/office/officeart/2018/2/layout/IconVerticalSolidList"/>
    <dgm:cxn modelId="{EC12F28A-7705-4308-A85E-FB6BD17B02F9}" type="presParOf" srcId="{2EBB2F9A-D584-40DF-AB30-3D9FBF7D5A0A}" destId="{84DC24C8-5DAE-4BB8-B399-0208745F4B5F}" srcOrd="4" destOrd="0" presId="urn:microsoft.com/office/officeart/2018/2/layout/IconVerticalSolidList"/>
    <dgm:cxn modelId="{B198906B-A216-412D-BC5E-C7D21107A5DD}" type="presParOf" srcId="{84DC24C8-5DAE-4BB8-B399-0208745F4B5F}" destId="{1A7146DE-CFBC-4E36-904E-6D339CAE7483}" srcOrd="0" destOrd="0" presId="urn:microsoft.com/office/officeart/2018/2/layout/IconVerticalSolidList"/>
    <dgm:cxn modelId="{9FE4ADF3-381F-4F8E-82B1-9816B4F471E7}" type="presParOf" srcId="{84DC24C8-5DAE-4BB8-B399-0208745F4B5F}" destId="{36438B4C-4B18-4BF5-B8B2-ABE7F6B1BB9C}" srcOrd="1" destOrd="0" presId="urn:microsoft.com/office/officeart/2018/2/layout/IconVerticalSolidList"/>
    <dgm:cxn modelId="{4B312633-F180-4A67-A09D-170563A56D2E}" type="presParOf" srcId="{84DC24C8-5DAE-4BB8-B399-0208745F4B5F}" destId="{6A97D595-0F10-444C-8E75-05198DA05C00}" srcOrd="2" destOrd="0" presId="urn:microsoft.com/office/officeart/2018/2/layout/IconVerticalSolidList"/>
    <dgm:cxn modelId="{8629AF8B-916C-4F6E-B606-8159594942E8}" type="presParOf" srcId="{84DC24C8-5DAE-4BB8-B399-0208745F4B5F}" destId="{A101E506-23AA-4D46-AB55-AB7E606BEA1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1CF772-2F46-45ED-9DB4-AFD1CB312B9A}" type="doc">
      <dgm:prSet loTypeId="urn:microsoft.com/office/officeart/2016/7/layout/LinearArrowProcessNumbered" loCatId="process" qsTypeId="urn:microsoft.com/office/officeart/2005/8/quickstyle/simple1" qsCatId="simple" csTypeId="urn:microsoft.com/office/officeart/2005/8/colors/colorful2" csCatId="colorful"/>
      <dgm:spPr/>
      <dgm:t>
        <a:bodyPr/>
        <a:lstStyle/>
        <a:p>
          <a:endParaRPr lang="en-US"/>
        </a:p>
      </dgm:t>
    </dgm:pt>
    <dgm:pt modelId="{446EA179-86AB-45B1-A41B-F49BB6CEA523}">
      <dgm:prSet/>
      <dgm:spPr/>
      <dgm:t>
        <a:bodyPr/>
        <a:lstStyle/>
        <a:p>
          <a:r>
            <a:rPr lang="en-US"/>
            <a:t>Evaluate and compare performance of diverse machine learning algorithms </a:t>
          </a:r>
        </a:p>
      </dgm:t>
    </dgm:pt>
    <dgm:pt modelId="{298DA5CB-36A9-47EF-B84A-D4603F0BA3E3}" type="parTrans" cxnId="{27A42540-5881-4830-B9D6-35448762184F}">
      <dgm:prSet/>
      <dgm:spPr/>
      <dgm:t>
        <a:bodyPr/>
        <a:lstStyle/>
        <a:p>
          <a:endParaRPr lang="en-US"/>
        </a:p>
      </dgm:t>
    </dgm:pt>
    <dgm:pt modelId="{5663A7D2-6521-48CC-A594-9653C2FB98B2}" type="sibTrans" cxnId="{27A42540-5881-4830-B9D6-35448762184F}">
      <dgm:prSet phldrT="1" phldr="0"/>
      <dgm:spPr/>
      <dgm:t>
        <a:bodyPr/>
        <a:lstStyle/>
        <a:p>
          <a:r>
            <a:rPr lang="en-US"/>
            <a:t>1</a:t>
          </a:r>
        </a:p>
      </dgm:t>
    </dgm:pt>
    <dgm:pt modelId="{6F17488F-690B-40E2-B335-CAB2AFAB5570}">
      <dgm:prSet/>
      <dgm:spPr/>
      <dgm:t>
        <a:bodyPr/>
        <a:lstStyle/>
        <a:p>
          <a:r>
            <a:rPr lang="en-US"/>
            <a:t>Conduct thorough data preprocessing, addressing missing values, outliers, and ensuring data consistency.</a:t>
          </a:r>
        </a:p>
      </dgm:t>
    </dgm:pt>
    <dgm:pt modelId="{73294F1A-978E-4D73-9FB8-A3E9AD554DEB}" type="parTrans" cxnId="{3A1F569C-5547-4818-984A-53D88A22D20B}">
      <dgm:prSet/>
      <dgm:spPr/>
      <dgm:t>
        <a:bodyPr/>
        <a:lstStyle/>
        <a:p>
          <a:endParaRPr lang="en-US"/>
        </a:p>
      </dgm:t>
    </dgm:pt>
    <dgm:pt modelId="{B14451E4-BC89-4B09-A74F-C7CC8F43828D}" type="sibTrans" cxnId="{3A1F569C-5547-4818-984A-53D88A22D20B}">
      <dgm:prSet phldrT="2" phldr="0"/>
      <dgm:spPr/>
      <dgm:t>
        <a:bodyPr/>
        <a:lstStyle/>
        <a:p>
          <a:r>
            <a:rPr lang="en-US"/>
            <a:t>2</a:t>
          </a:r>
        </a:p>
      </dgm:t>
    </dgm:pt>
    <dgm:pt modelId="{2829B239-2CB6-4F7C-B3AA-8FBBA3560742}">
      <dgm:prSet/>
      <dgm:spPr/>
      <dgm:t>
        <a:bodyPr/>
        <a:lstStyle/>
        <a:p>
          <a:r>
            <a:rPr lang="en-US"/>
            <a:t>Explore feature engineering techniques to enhance relevance and informativeness of input variables.</a:t>
          </a:r>
        </a:p>
      </dgm:t>
    </dgm:pt>
    <dgm:pt modelId="{1ABE6E66-EEA1-4FCC-A669-850AF41B58EC}" type="parTrans" cxnId="{0903B79A-DCD6-417B-B798-5926A2D2EB40}">
      <dgm:prSet/>
      <dgm:spPr/>
      <dgm:t>
        <a:bodyPr/>
        <a:lstStyle/>
        <a:p>
          <a:endParaRPr lang="en-US"/>
        </a:p>
      </dgm:t>
    </dgm:pt>
    <dgm:pt modelId="{33546451-C889-4C6F-8A38-E7B0C8E8BF5D}" type="sibTrans" cxnId="{0903B79A-DCD6-417B-B798-5926A2D2EB40}">
      <dgm:prSet phldrT="3" phldr="0"/>
      <dgm:spPr/>
      <dgm:t>
        <a:bodyPr/>
        <a:lstStyle/>
        <a:p>
          <a:r>
            <a:rPr lang="en-US"/>
            <a:t>3</a:t>
          </a:r>
        </a:p>
      </dgm:t>
    </dgm:pt>
    <dgm:pt modelId="{4562B30C-86D6-427F-8200-EFFFCE9FFBE2}">
      <dgm:prSet/>
      <dgm:spPr/>
      <dgm:t>
        <a:bodyPr/>
        <a:lstStyle/>
        <a:p>
          <a:r>
            <a:rPr lang="en-US"/>
            <a:t>Train machine learning models on historical data, optimizing hyperparameters for improved accuracy.</a:t>
          </a:r>
        </a:p>
      </dgm:t>
    </dgm:pt>
    <dgm:pt modelId="{0C9D53D5-D7DF-4507-B3DF-B702CB5C01FD}" type="parTrans" cxnId="{15A7C654-899B-4461-A94F-1C72A6FFAB01}">
      <dgm:prSet/>
      <dgm:spPr/>
      <dgm:t>
        <a:bodyPr/>
        <a:lstStyle/>
        <a:p>
          <a:endParaRPr lang="en-US"/>
        </a:p>
      </dgm:t>
    </dgm:pt>
    <dgm:pt modelId="{3ED81CEF-94E5-4BA9-9E6C-02853958AFCB}" type="sibTrans" cxnId="{15A7C654-899B-4461-A94F-1C72A6FFAB01}">
      <dgm:prSet phldrT="4" phldr="0"/>
      <dgm:spPr/>
      <dgm:t>
        <a:bodyPr/>
        <a:lstStyle/>
        <a:p>
          <a:r>
            <a:rPr lang="en-US"/>
            <a:t>4</a:t>
          </a:r>
        </a:p>
      </dgm:t>
    </dgm:pt>
    <dgm:pt modelId="{8733EDBD-2983-4B86-9CD4-A2C1B97C86DE}">
      <dgm:prSet/>
      <dgm:spPr/>
      <dgm:t>
        <a:bodyPr/>
        <a:lstStyle/>
        <a:p>
          <a:r>
            <a:rPr lang="en-US"/>
            <a:t>Investigate ensemble methods or advanced algorithmic configurations to enhance model robustness.</a:t>
          </a:r>
        </a:p>
      </dgm:t>
    </dgm:pt>
    <dgm:pt modelId="{D7CDF6BA-83DA-46AF-9BC6-645F671C476F}" type="parTrans" cxnId="{5A19722B-0229-4453-8092-4E8759CB7DA2}">
      <dgm:prSet/>
      <dgm:spPr/>
      <dgm:t>
        <a:bodyPr/>
        <a:lstStyle/>
        <a:p>
          <a:endParaRPr lang="en-US"/>
        </a:p>
      </dgm:t>
    </dgm:pt>
    <dgm:pt modelId="{53EBA056-1918-4FB5-A44A-4AE30AB0CCA7}" type="sibTrans" cxnId="{5A19722B-0229-4453-8092-4E8759CB7DA2}">
      <dgm:prSet phldrT="5" phldr="0"/>
      <dgm:spPr/>
      <dgm:t>
        <a:bodyPr/>
        <a:lstStyle/>
        <a:p>
          <a:r>
            <a:rPr lang="en-US"/>
            <a:t>5</a:t>
          </a:r>
        </a:p>
      </dgm:t>
    </dgm:pt>
    <dgm:pt modelId="{20DDCFF4-FB57-43B0-A942-CD84D6A7CC07}">
      <dgm:prSet/>
      <dgm:spPr/>
      <dgm:t>
        <a:bodyPr/>
        <a:lstStyle/>
        <a:p>
          <a:r>
            <a:rPr lang="en-US"/>
            <a:t>Incorporate temporal considerations into models to capture time-dependent trends and variations in crop yield patterns.</a:t>
          </a:r>
        </a:p>
      </dgm:t>
    </dgm:pt>
    <dgm:pt modelId="{444F80E1-8061-4FE0-A57A-C9D8011C0949}" type="parTrans" cxnId="{56723334-C8BF-488D-BA81-1F433C6EADAF}">
      <dgm:prSet/>
      <dgm:spPr/>
      <dgm:t>
        <a:bodyPr/>
        <a:lstStyle/>
        <a:p>
          <a:endParaRPr lang="en-US"/>
        </a:p>
      </dgm:t>
    </dgm:pt>
    <dgm:pt modelId="{8DF6F515-2307-4702-B580-1EDEF37C6A68}" type="sibTrans" cxnId="{56723334-C8BF-488D-BA81-1F433C6EADAF}">
      <dgm:prSet phldrT="6" phldr="0"/>
      <dgm:spPr/>
      <dgm:t>
        <a:bodyPr/>
        <a:lstStyle/>
        <a:p>
          <a:r>
            <a:rPr lang="en-US"/>
            <a:t>6</a:t>
          </a:r>
        </a:p>
      </dgm:t>
    </dgm:pt>
    <dgm:pt modelId="{34A196E4-DD93-4B4F-9B42-FEFCF086EEB4}">
      <dgm:prSet/>
      <dgm:spPr/>
      <dgm:t>
        <a:bodyPr/>
        <a:lstStyle/>
        <a:p>
          <a:r>
            <a:rPr lang="en-US"/>
            <a:t>Use robust performance metrics (e.g., MAE, MSE, R-squared) to comprehensively assess model accuracy.</a:t>
          </a:r>
        </a:p>
      </dgm:t>
    </dgm:pt>
    <dgm:pt modelId="{9C3A232C-9F8C-40ED-ACAA-580458931F3B}" type="parTrans" cxnId="{ECBFC2B0-5F61-4519-AB0B-0156D08393E7}">
      <dgm:prSet/>
      <dgm:spPr/>
      <dgm:t>
        <a:bodyPr/>
        <a:lstStyle/>
        <a:p>
          <a:endParaRPr lang="en-US"/>
        </a:p>
      </dgm:t>
    </dgm:pt>
    <dgm:pt modelId="{82E4C6FF-EAFE-4954-995A-A9741365A010}" type="sibTrans" cxnId="{ECBFC2B0-5F61-4519-AB0B-0156D08393E7}">
      <dgm:prSet phldrT="7" phldr="0"/>
      <dgm:spPr/>
      <dgm:t>
        <a:bodyPr/>
        <a:lstStyle/>
        <a:p>
          <a:r>
            <a:rPr lang="en-US"/>
            <a:t>7</a:t>
          </a:r>
        </a:p>
      </dgm:t>
    </dgm:pt>
    <dgm:pt modelId="{7AD9F14E-2236-41C6-A998-751087F95189}">
      <dgm:prSet/>
      <dgm:spPr/>
      <dgm:t>
        <a:bodyPr/>
        <a:lstStyle/>
        <a:p>
          <a:r>
            <a:rPr lang="en-US"/>
            <a:t>Develop visualizations to communicate model predictions and showcase significant features influencing crop yield.</a:t>
          </a:r>
        </a:p>
      </dgm:t>
    </dgm:pt>
    <dgm:pt modelId="{C97F97EA-7B0F-4A2B-865C-B01EC5BB04E6}" type="parTrans" cxnId="{0C7FC7B8-E696-43BE-88EC-8C9A1ACEE069}">
      <dgm:prSet/>
      <dgm:spPr/>
      <dgm:t>
        <a:bodyPr/>
        <a:lstStyle/>
        <a:p>
          <a:endParaRPr lang="en-US"/>
        </a:p>
      </dgm:t>
    </dgm:pt>
    <dgm:pt modelId="{2AAB6AA4-EF00-416C-9690-1316D75480F7}" type="sibTrans" cxnId="{0C7FC7B8-E696-43BE-88EC-8C9A1ACEE069}">
      <dgm:prSet phldrT="8" phldr="0"/>
      <dgm:spPr/>
      <dgm:t>
        <a:bodyPr/>
        <a:lstStyle/>
        <a:p>
          <a:r>
            <a:rPr lang="en-US"/>
            <a:t>8</a:t>
          </a:r>
        </a:p>
      </dgm:t>
    </dgm:pt>
    <dgm:pt modelId="{BE430F9C-3820-408B-9C7A-23024967B7EE}" type="pres">
      <dgm:prSet presAssocID="{AF1CF772-2F46-45ED-9DB4-AFD1CB312B9A}" presName="linearFlow" presStyleCnt="0">
        <dgm:presLayoutVars>
          <dgm:dir/>
          <dgm:animLvl val="lvl"/>
          <dgm:resizeHandles val="exact"/>
        </dgm:presLayoutVars>
      </dgm:prSet>
      <dgm:spPr/>
    </dgm:pt>
    <dgm:pt modelId="{4FC979ED-9E47-4D97-98DC-AB02006D8EEC}" type="pres">
      <dgm:prSet presAssocID="{446EA179-86AB-45B1-A41B-F49BB6CEA523}" presName="compositeNode" presStyleCnt="0"/>
      <dgm:spPr/>
    </dgm:pt>
    <dgm:pt modelId="{177BC491-F56E-4DB7-8512-438E85F91FEF}" type="pres">
      <dgm:prSet presAssocID="{446EA179-86AB-45B1-A41B-F49BB6CEA523}" presName="parTx" presStyleLbl="node1" presStyleIdx="0" presStyleCnt="0">
        <dgm:presLayoutVars>
          <dgm:chMax val="0"/>
          <dgm:chPref val="0"/>
          <dgm:bulletEnabled val="1"/>
        </dgm:presLayoutVars>
      </dgm:prSet>
      <dgm:spPr/>
    </dgm:pt>
    <dgm:pt modelId="{A8775820-29E7-49C9-B635-E7F92F1856DC}" type="pres">
      <dgm:prSet presAssocID="{446EA179-86AB-45B1-A41B-F49BB6CEA523}" presName="parSh" presStyleCnt="0"/>
      <dgm:spPr/>
    </dgm:pt>
    <dgm:pt modelId="{C0B4D889-8087-43E9-9A0A-F9A5D560517B}" type="pres">
      <dgm:prSet presAssocID="{446EA179-86AB-45B1-A41B-F49BB6CEA523}" presName="lineNode" presStyleLbl="alignAccFollowNode1" presStyleIdx="0" presStyleCnt="24"/>
      <dgm:spPr/>
    </dgm:pt>
    <dgm:pt modelId="{1285B78C-2A1B-496C-ADDB-BE2D5909F03D}" type="pres">
      <dgm:prSet presAssocID="{446EA179-86AB-45B1-A41B-F49BB6CEA523}" presName="lineArrowNode" presStyleLbl="alignAccFollowNode1" presStyleIdx="1" presStyleCnt="24"/>
      <dgm:spPr/>
    </dgm:pt>
    <dgm:pt modelId="{2B2BF160-16E5-484A-9485-A5E51B89A9ED}" type="pres">
      <dgm:prSet presAssocID="{5663A7D2-6521-48CC-A594-9653C2FB98B2}" presName="sibTransNodeCircle" presStyleLbl="alignNode1" presStyleIdx="0" presStyleCnt="8">
        <dgm:presLayoutVars>
          <dgm:chMax val="0"/>
          <dgm:bulletEnabled/>
        </dgm:presLayoutVars>
      </dgm:prSet>
      <dgm:spPr/>
    </dgm:pt>
    <dgm:pt modelId="{6AFB8BAF-C58E-4265-A345-257AD44DD9E7}" type="pres">
      <dgm:prSet presAssocID="{5663A7D2-6521-48CC-A594-9653C2FB98B2}" presName="spacerBetweenCircleAndCallout" presStyleCnt="0">
        <dgm:presLayoutVars/>
      </dgm:prSet>
      <dgm:spPr/>
    </dgm:pt>
    <dgm:pt modelId="{31F3D4A7-8BD8-4190-A57F-0B60CCAAD00E}" type="pres">
      <dgm:prSet presAssocID="{446EA179-86AB-45B1-A41B-F49BB6CEA523}" presName="nodeText" presStyleLbl="alignAccFollowNode1" presStyleIdx="2" presStyleCnt="24">
        <dgm:presLayoutVars>
          <dgm:bulletEnabled val="1"/>
        </dgm:presLayoutVars>
      </dgm:prSet>
      <dgm:spPr/>
    </dgm:pt>
    <dgm:pt modelId="{7218B8BF-B5EA-477E-9BB2-E42BBBAA1A8D}" type="pres">
      <dgm:prSet presAssocID="{5663A7D2-6521-48CC-A594-9653C2FB98B2}" presName="sibTransComposite" presStyleCnt="0"/>
      <dgm:spPr/>
    </dgm:pt>
    <dgm:pt modelId="{5169E3AC-727D-4584-AAE1-BDF226648090}" type="pres">
      <dgm:prSet presAssocID="{6F17488F-690B-40E2-B335-CAB2AFAB5570}" presName="compositeNode" presStyleCnt="0"/>
      <dgm:spPr/>
    </dgm:pt>
    <dgm:pt modelId="{CFC24663-012B-4A95-B7D4-6535ADC9E447}" type="pres">
      <dgm:prSet presAssocID="{6F17488F-690B-40E2-B335-CAB2AFAB5570}" presName="parTx" presStyleLbl="node1" presStyleIdx="0" presStyleCnt="0">
        <dgm:presLayoutVars>
          <dgm:chMax val="0"/>
          <dgm:chPref val="0"/>
          <dgm:bulletEnabled val="1"/>
        </dgm:presLayoutVars>
      </dgm:prSet>
      <dgm:spPr/>
    </dgm:pt>
    <dgm:pt modelId="{D858E290-2A36-49F0-A9DF-0452274DF139}" type="pres">
      <dgm:prSet presAssocID="{6F17488F-690B-40E2-B335-CAB2AFAB5570}" presName="parSh" presStyleCnt="0"/>
      <dgm:spPr/>
    </dgm:pt>
    <dgm:pt modelId="{6C45A49D-DB0D-4FF6-A2C7-DC18EB2BFD80}" type="pres">
      <dgm:prSet presAssocID="{6F17488F-690B-40E2-B335-CAB2AFAB5570}" presName="lineNode" presStyleLbl="alignAccFollowNode1" presStyleIdx="3" presStyleCnt="24"/>
      <dgm:spPr/>
    </dgm:pt>
    <dgm:pt modelId="{21ACA64C-6364-45B6-9CBC-23BE460314F9}" type="pres">
      <dgm:prSet presAssocID="{6F17488F-690B-40E2-B335-CAB2AFAB5570}" presName="lineArrowNode" presStyleLbl="alignAccFollowNode1" presStyleIdx="4" presStyleCnt="24"/>
      <dgm:spPr/>
    </dgm:pt>
    <dgm:pt modelId="{6D21EB0B-072C-4071-B034-67253DC33671}" type="pres">
      <dgm:prSet presAssocID="{B14451E4-BC89-4B09-A74F-C7CC8F43828D}" presName="sibTransNodeCircle" presStyleLbl="alignNode1" presStyleIdx="1" presStyleCnt="8">
        <dgm:presLayoutVars>
          <dgm:chMax val="0"/>
          <dgm:bulletEnabled/>
        </dgm:presLayoutVars>
      </dgm:prSet>
      <dgm:spPr/>
    </dgm:pt>
    <dgm:pt modelId="{FC0C6230-669C-4BA3-AF7F-16205BDEF609}" type="pres">
      <dgm:prSet presAssocID="{B14451E4-BC89-4B09-A74F-C7CC8F43828D}" presName="spacerBetweenCircleAndCallout" presStyleCnt="0">
        <dgm:presLayoutVars/>
      </dgm:prSet>
      <dgm:spPr/>
    </dgm:pt>
    <dgm:pt modelId="{E4E16795-A143-45E9-8347-72A6F6721AEC}" type="pres">
      <dgm:prSet presAssocID="{6F17488F-690B-40E2-B335-CAB2AFAB5570}" presName="nodeText" presStyleLbl="alignAccFollowNode1" presStyleIdx="5" presStyleCnt="24">
        <dgm:presLayoutVars>
          <dgm:bulletEnabled val="1"/>
        </dgm:presLayoutVars>
      </dgm:prSet>
      <dgm:spPr/>
    </dgm:pt>
    <dgm:pt modelId="{13A910E7-D927-40BC-993E-E1A205962045}" type="pres">
      <dgm:prSet presAssocID="{B14451E4-BC89-4B09-A74F-C7CC8F43828D}" presName="sibTransComposite" presStyleCnt="0"/>
      <dgm:spPr/>
    </dgm:pt>
    <dgm:pt modelId="{45FFEC05-F5C1-403E-9E88-12BB64F133C8}" type="pres">
      <dgm:prSet presAssocID="{2829B239-2CB6-4F7C-B3AA-8FBBA3560742}" presName="compositeNode" presStyleCnt="0"/>
      <dgm:spPr/>
    </dgm:pt>
    <dgm:pt modelId="{2A0E4FEC-3EB1-4C0E-811D-0C35B8C9DF4D}" type="pres">
      <dgm:prSet presAssocID="{2829B239-2CB6-4F7C-B3AA-8FBBA3560742}" presName="parTx" presStyleLbl="node1" presStyleIdx="0" presStyleCnt="0">
        <dgm:presLayoutVars>
          <dgm:chMax val="0"/>
          <dgm:chPref val="0"/>
          <dgm:bulletEnabled val="1"/>
        </dgm:presLayoutVars>
      </dgm:prSet>
      <dgm:spPr/>
    </dgm:pt>
    <dgm:pt modelId="{B44B6393-80DC-40D9-AEF3-295E1CFD6FFA}" type="pres">
      <dgm:prSet presAssocID="{2829B239-2CB6-4F7C-B3AA-8FBBA3560742}" presName="parSh" presStyleCnt="0"/>
      <dgm:spPr/>
    </dgm:pt>
    <dgm:pt modelId="{EF529F2E-29A0-4129-8405-374BB758AB95}" type="pres">
      <dgm:prSet presAssocID="{2829B239-2CB6-4F7C-B3AA-8FBBA3560742}" presName="lineNode" presStyleLbl="alignAccFollowNode1" presStyleIdx="6" presStyleCnt="24"/>
      <dgm:spPr/>
    </dgm:pt>
    <dgm:pt modelId="{27373436-1349-4970-9F0D-857E2351628D}" type="pres">
      <dgm:prSet presAssocID="{2829B239-2CB6-4F7C-B3AA-8FBBA3560742}" presName="lineArrowNode" presStyleLbl="alignAccFollowNode1" presStyleIdx="7" presStyleCnt="24"/>
      <dgm:spPr/>
    </dgm:pt>
    <dgm:pt modelId="{4D30D608-6E67-4CF9-BFE7-5901283BFA0B}" type="pres">
      <dgm:prSet presAssocID="{33546451-C889-4C6F-8A38-E7B0C8E8BF5D}" presName="sibTransNodeCircle" presStyleLbl="alignNode1" presStyleIdx="2" presStyleCnt="8">
        <dgm:presLayoutVars>
          <dgm:chMax val="0"/>
          <dgm:bulletEnabled/>
        </dgm:presLayoutVars>
      </dgm:prSet>
      <dgm:spPr/>
    </dgm:pt>
    <dgm:pt modelId="{C5A56F98-8882-4F89-9C7A-0E21B2D7E4E9}" type="pres">
      <dgm:prSet presAssocID="{33546451-C889-4C6F-8A38-E7B0C8E8BF5D}" presName="spacerBetweenCircleAndCallout" presStyleCnt="0">
        <dgm:presLayoutVars/>
      </dgm:prSet>
      <dgm:spPr/>
    </dgm:pt>
    <dgm:pt modelId="{63A6A5B0-265F-4A5B-B0C6-ABC5D2AF7E33}" type="pres">
      <dgm:prSet presAssocID="{2829B239-2CB6-4F7C-B3AA-8FBBA3560742}" presName="nodeText" presStyleLbl="alignAccFollowNode1" presStyleIdx="8" presStyleCnt="24">
        <dgm:presLayoutVars>
          <dgm:bulletEnabled val="1"/>
        </dgm:presLayoutVars>
      </dgm:prSet>
      <dgm:spPr/>
    </dgm:pt>
    <dgm:pt modelId="{0B553386-5A5E-4216-98C6-7A2BF6C5F376}" type="pres">
      <dgm:prSet presAssocID="{33546451-C889-4C6F-8A38-E7B0C8E8BF5D}" presName="sibTransComposite" presStyleCnt="0"/>
      <dgm:spPr/>
    </dgm:pt>
    <dgm:pt modelId="{B0A98535-EFE8-4B89-8DA9-765FF4162684}" type="pres">
      <dgm:prSet presAssocID="{4562B30C-86D6-427F-8200-EFFFCE9FFBE2}" presName="compositeNode" presStyleCnt="0"/>
      <dgm:spPr/>
    </dgm:pt>
    <dgm:pt modelId="{7E986512-1340-49DD-9E4C-1C0030CBB1C6}" type="pres">
      <dgm:prSet presAssocID="{4562B30C-86D6-427F-8200-EFFFCE9FFBE2}" presName="parTx" presStyleLbl="node1" presStyleIdx="0" presStyleCnt="0">
        <dgm:presLayoutVars>
          <dgm:chMax val="0"/>
          <dgm:chPref val="0"/>
          <dgm:bulletEnabled val="1"/>
        </dgm:presLayoutVars>
      </dgm:prSet>
      <dgm:spPr/>
    </dgm:pt>
    <dgm:pt modelId="{F8A13DD5-139E-4BE3-A553-E945E8481491}" type="pres">
      <dgm:prSet presAssocID="{4562B30C-86D6-427F-8200-EFFFCE9FFBE2}" presName="parSh" presStyleCnt="0"/>
      <dgm:spPr/>
    </dgm:pt>
    <dgm:pt modelId="{39DA55B5-069D-4BA8-B675-8513E3C61101}" type="pres">
      <dgm:prSet presAssocID="{4562B30C-86D6-427F-8200-EFFFCE9FFBE2}" presName="lineNode" presStyleLbl="alignAccFollowNode1" presStyleIdx="9" presStyleCnt="24"/>
      <dgm:spPr/>
    </dgm:pt>
    <dgm:pt modelId="{A33127F6-A08F-4AE1-9218-91239B7E3AD5}" type="pres">
      <dgm:prSet presAssocID="{4562B30C-86D6-427F-8200-EFFFCE9FFBE2}" presName="lineArrowNode" presStyleLbl="alignAccFollowNode1" presStyleIdx="10" presStyleCnt="24"/>
      <dgm:spPr/>
    </dgm:pt>
    <dgm:pt modelId="{69248425-184F-41B8-9CF1-CF5A896C0F87}" type="pres">
      <dgm:prSet presAssocID="{3ED81CEF-94E5-4BA9-9E6C-02853958AFCB}" presName="sibTransNodeCircle" presStyleLbl="alignNode1" presStyleIdx="3" presStyleCnt="8">
        <dgm:presLayoutVars>
          <dgm:chMax val="0"/>
          <dgm:bulletEnabled/>
        </dgm:presLayoutVars>
      </dgm:prSet>
      <dgm:spPr/>
    </dgm:pt>
    <dgm:pt modelId="{F47A5622-B2E6-49EC-AED7-2D1C8673F300}" type="pres">
      <dgm:prSet presAssocID="{3ED81CEF-94E5-4BA9-9E6C-02853958AFCB}" presName="spacerBetweenCircleAndCallout" presStyleCnt="0">
        <dgm:presLayoutVars/>
      </dgm:prSet>
      <dgm:spPr/>
    </dgm:pt>
    <dgm:pt modelId="{F926B079-B1BC-41C1-B06F-F547BC5CDEEA}" type="pres">
      <dgm:prSet presAssocID="{4562B30C-86D6-427F-8200-EFFFCE9FFBE2}" presName="nodeText" presStyleLbl="alignAccFollowNode1" presStyleIdx="11" presStyleCnt="24">
        <dgm:presLayoutVars>
          <dgm:bulletEnabled val="1"/>
        </dgm:presLayoutVars>
      </dgm:prSet>
      <dgm:spPr/>
    </dgm:pt>
    <dgm:pt modelId="{0316D2C7-538B-4026-A2B4-8BBEB76D3DF1}" type="pres">
      <dgm:prSet presAssocID="{3ED81CEF-94E5-4BA9-9E6C-02853958AFCB}" presName="sibTransComposite" presStyleCnt="0"/>
      <dgm:spPr/>
    </dgm:pt>
    <dgm:pt modelId="{7A4B94C3-C0B5-44C2-BAA8-2E97C6BBC61F}" type="pres">
      <dgm:prSet presAssocID="{8733EDBD-2983-4B86-9CD4-A2C1B97C86DE}" presName="compositeNode" presStyleCnt="0"/>
      <dgm:spPr/>
    </dgm:pt>
    <dgm:pt modelId="{A79406CF-6544-4000-A9EA-89EB7CCC184F}" type="pres">
      <dgm:prSet presAssocID="{8733EDBD-2983-4B86-9CD4-A2C1B97C86DE}" presName="parTx" presStyleLbl="node1" presStyleIdx="0" presStyleCnt="0">
        <dgm:presLayoutVars>
          <dgm:chMax val="0"/>
          <dgm:chPref val="0"/>
          <dgm:bulletEnabled val="1"/>
        </dgm:presLayoutVars>
      </dgm:prSet>
      <dgm:spPr/>
    </dgm:pt>
    <dgm:pt modelId="{40A7FD44-A98A-431C-801E-DC3084D13EFF}" type="pres">
      <dgm:prSet presAssocID="{8733EDBD-2983-4B86-9CD4-A2C1B97C86DE}" presName="parSh" presStyleCnt="0"/>
      <dgm:spPr/>
    </dgm:pt>
    <dgm:pt modelId="{ADFFBCBF-7AED-4063-B2C9-A9656B90374F}" type="pres">
      <dgm:prSet presAssocID="{8733EDBD-2983-4B86-9CD4-A2C1B97C86DE}" presName="lineNode" presStyleLbl="alignAccFollowNode1" presStyleIdx="12" presStyleCnt="24"/>
      <dgm:spPr/>
    </dgm:pt>
    <dgm:pt modelId="{A5977A95-6E22-4894-A4FD-094DDF70F57F}" type="pres">
      <dgm:prSet presAssocID="{8733EDBD-2983-4B86-9CD4-A2C1B97C86DE}" presName="lineArrowNode" presStyleLbl="alignAccFollowNode1" presStyleIdx="13" presStyleCnt="24"/>
      <dgm:spPr/>
    </dgm:pt>
    <dgm:pt modelId="{D37570EB-87A4-43C4-B22C-481ABB9A244D}" type="pres">
      <dgm:prSet presAssocID="{53EBA056-1918-4FB5-A44A-4AE30AB0CCA7}" presName="sibTransNodeCircle" presStyleLbl="alignNode1" presStyleIdx="4" presStyleCnt="8">
        <dgm:presLayoutVars>
          <dgm:chMax val="0"/>
          <dgm:bulletEnabled/>
        </dgm:presLayoutVars>
      </dgm:prSet>
      <dgm:spPr/>
    </dgm:pt>
    <dgm:pt modelId="{26890BEA-5220-4FD3-ABD0-B3F50DC83FE1}" type="pres">
      <dgm:prSet presAssocID="{53EBA056-1918-4FB5-A44A-4AE30AB0CCA7}" presName="spacerBetweenCircleAndCallout" presStyleCnt="0">
        <dgm:presLayoutVars/>
      </dgm:prSet>
      <dgm:spPr/>
    </dgm:pt>
    <dgm:pt modelId="{FF46F1F3-A090-4F52-8D4C-2B4FE9C4C235}" type="pres">
      <dgm:prSet presAssocID="{8733EDBD-2983-4B86-9CD4-A2C1B97C86DE}" presName="nodeText" presStyleLbl="alignAccFollowNode1" presStyleIdx="14" presStyleCnt="24">
        <dgm:presLayoutVars>
          <dgm:bulletEnabled val="1"/>
        </dgm:presLayoutVars>
      </dgm:prSet>
      <dgm:spPr/>
    </dgm:pt>
    <dgm:pt modelId="{46E3AF01-2D6A-4375-9D4F-01BE4AE45BE8}" type="pres">
      <dgm:prSet presAssocID="{53EBA056-1918-4FB5-A44A-4AE30AB0CCA7}" presName="sibTransComposite" presStyleCnt="0"/>
      <dgm:spPr/>
    </dgm:pt>
    <dgm:pt modelId="{F4140C0C-ABC8-4059-A04B-78D306BAF698}" type="pres">
      <dgm:prSet presAssocID="{20DDCFF4-FB57-43B0-A942-CD84D6A7CC07}" presName="compositeNode" presStyleCnt="0"/>
      <dgm:spPr/>
    </dgm:pt>
    <dgm:pt modelId="{AB8C486E-42A4-48D0-84F9-8FB94919F353}" type="pres">
      <dgm:prSet presAssocID="{20DDCFF4-FB57-43B0-A942-CD84D6A7CC07}" presName="parTx" presStyleLbl="node1" presStyleIdx="0" presStyleCnt="0">
        <dgm:presLayoutVars>
          <dgm:chMax val="0"/>
          <dgm:chPref val="0"/>
          <dgm:bulletEnabled val="1"/>
        </dgm:presLayoutVars>
      </dgm:prSet>
      <dgm:spPr/>
    </dgm:pt>
    <dgm:pt modelId="{223D7814-4F50-4307-9017-1819A0406339}" type="pres">
      <dgm:prSet presAssocID="{20DDCFF4-FB57-43B0-A942-CD84D6A7CC07}" presName="parSh" presStyleCnt="0"/>
      <dgm:spPr/>
    </dgm:pt>
    <dgm:pt modelId="{7ADD73EC-7EB8-4986-AF5D-0377DAB1439C}" type="pres">
      <dgm:prSet presAssocID="{20DDCFF4-FB57-43B0-A942-CD84D6A7CC07}" presName="lineNode" presStyleLbl="alignAccFollowNode1" presStyleIdx="15" presStyleCnt="24"/>
      <dgm:spPr/>
    </dgm:pt>
    <dgm:pt modelId="{8A4A9510-2774-41D1-B857-4BA3852FD9E0}" type="pres">
      <dgm:prSet presAssocID="{20DDCFF4-FB57-43B0-A942-CD84D6A7CC07}" presName="lineArrowNode" presStyleLbl="alignAccFollowNode1" presStyleIdx="16" presStyleCnt="24"/>
      <dgm:spPr/>
    </dgm:pt>
    <dgm:pt modelId="{1997A331-3085-4FA5-9291-1CD79B727B06}" type="pres">
      <dgm:prSet presAssocID="{8DF6F515-2307-4702-B580-1EDEF37C6A68}" presName="sibTransNodeCircle" presStyleLbl="alignNode1" presStyleIdx="5" presStyleCnt="8">
        <dgm:presLayoutVars>
          <dgm:chMax val="0"/>
          <dgm:bulletEnabled/>
        </dgm:presLayoutVars>
      </dgm:prSet>
      <dgm:spPr/>
    </dgm:pt>
    <dgm:pt modelId="{91710FAE-56C5-4BA3-ABA4-98324BC8080F}" type="pres">
      <dgm:prSet presAssocID="{8DF6F515-2307-4702-B580-1EDEF37C6A68}" presName="spacerBetweenCircleAndCallout" presStyleCnt="0">
        <dgm:presLayoutVars/>
      </dgm:prSet>
      <dgm:spPr/>
    </dgm:pt>
    <dgm:pt modelId="{94D09601-770B-4EF6-94D9-0B2B7FBD32F9}" type="pres">
      <dgm:prSet presAssocID="{20DDCFF4-FB57-43B0-A942-CD84D6A7CC07}" presName="nodeText" presStyleLbl="alignAccFollowNode1" presStyleIdx="17" presStyleCnt="24">
        <dgm:presLayoutVars>
          <dgm:bulletEnabled val="1"/>
        </dgm:presLayoutVars>
      </dgm:prSet>
      <dgm:spPr/>
    </dgm:pt>
    <dgm:pt modelId="{34761C7B-61C4-40A4-B5FA-B95997AEEBDC}" type="pres">
      <dgm:prSet presAssocID="{8DF6F515-2307-4702-B580-1EDEF37C6A68}" presName="sibTransComposite" presStyleCnt="0"/>
      <dgm:spPr/>
    </dgm:pt>
    <dgm:pt modelId="{757CB05B-337F-44CC-8A29-7ABBD55A3116}" type="pres">
      <dgm:prSet presAssocID="{34A196E4-DD93-4B4F-9B42-FEFCF086EEB4}" presName="compositeNode" presStyleCnt="0"/>
      <dgm:spPr/>
    </dgm:pt>
    <dgm:pt modelId="{0A178C95-1894-4AB5-A92C-45B5B2DC54D7}" type="pres">
      <dgm:prSet presAssocID="{34A196E4-DD93-4B4F-9B42-FEFCF086EEB4}" presName="parTx" presStyleLbl="node1" presStyleIdx="0" presStyleCnt="0">
        <dgm:presLayoutVars>
          <dgm:chMax val="0"/>
          <dgm:chPref val="0"/>
          <dgm:bulletEnabled val="1"/>
        </dgm:presLayoutVars>
      </dgm:prSet>
      <dgm:spPr/>
    </dgm:pt>
    <dgm:pt modelId="{9C2048F0-E516-4B02-9D27-E301BD8CD088}" type="pres">
      <dgm:prSet presAssocID="{34A196E4-DD93-4B4F-9B42-FEFCF086EEB4}" presName="parSh" presStyleCnt="0"/>
      <dgm:spPr/>
    </dgm:pt>
    <dgm:pt modelId="{6E695EBF-41D9-4B56-9CAD-4452C7ABE8D9}" type="pres">
      <dgm:prSet presAssocID="{34A196E4-DD93-4B4F-9B42-FEFCF086EEB4}" presName="lineNode" presStyleLbl="alignAccFollowNode1" presStyleIdx="18" presStyleCnt="24"/>
      <dgm:spPr/>
    </dgm:pt>
    <dgm:pt modelId="{9BFF738E-62B5-4F9C-953A-86FEEB8FD832}" type="pres">
      <dgm:prSet presAssocID="{34A196E4-DD93-4B4F-9B42-FEFCF086EEB4}" presName="lineArrowNode" presStyleLbl="alignAccFollowNode1" presStyleIdx="19" presStyleCnt="24"/>
      <dgm:spPr/>
    </dgm:pt>
    <dgm:pt modelId="{021CB82A-7027-43F1-8BFA-7C5D9944CBE2}" type="pres">
      <dgm:prSet presAssocID="{82E4C6FF-EAFE-4954-995A-A9741365A010}" presName="sibTransNodeCircle" presStyleLbl="alignNode1" presStyleIdx="6" presStyleCnt="8">
        <dgm:presLayoutVars>
          <dgm:chMax val="0"/>
          <dgm:bulletEnabled/>
        </dgm:presLayoutVars>
      </dgm:prSet>
      <dgm:spPr/>
    </dgm:pt>
    <dgm:pt modelId="{90E8FAF3-4137-4971-BEF5-682EB0F281A6}" type="pres">
      <dgm:prSet presAssocID="{82E4C6FF-EAFE-4954-995A-A9741365A010}" presName="spacerBetweenCircleAndCallout" presStyleCnt="0">
        <dgm:presLayoutVars/>
      </dgm:prSet>
      <dgm:spPr/>
    </dgm:pt>
    <dgm:pt modelId="{8810D378-D132-4A2B-B794-28CBCBDF5A68}" type="pres">
      <dgm:prSet presAssocID="{34A196E4-DD93-4B4F-9B42-FEFCF086EEB4}" presName="nodeText" presStyleLbl="alignAccFollowNode1" presStyleIdx="20" presStyleCnt="24">
        <dgm:presLayoutVars>
          <dgm:bulletEnabled val="1"/>
        </dgm:presLayoutVars>
      </dgm:prSet>
      <dgm:spPr/>
    </dgm:pt>
    <dgm:pt modelId="{4B0819F2-E42C-4BDD-8785-C489C274B308}" type="pres">
      <dgm:prSet presAssocID="{82E4C6FF-EAFE-4954-995A-A9741365A010}" presName="sibTransComposite" presStyleCnt="0"/>
      <dgm:spPr/>
    </dgm:pt>
    <dgm:pt modelId="{08C76CFC-4679-43BF-BEBA-43AA7C41707B}" type="pres">
      <dgm:prSet presAssocID="{7AD9F14E-2236-41C6-A998-751087F95189}" presName="compositeNode" presStyleCnt="0"/>
      <dgm:spPr/>
    </dgm:pt>
    <dgm:pt modelId="{82BB939B-16F1-4913-93DD-BCE203C393AA}" type="pres">
      <dgm:prSet presAssocID="{7AD9F14E-2236-41C6-A998-751087F95189}" presName="parTx" presStyleLbl="node1" presStyleIdx="0" presStyleCnt="0">
        <dgm:presLayoutVars>
          <dgm:chMax val="0"/>
          <dgm:chPref val="0"/>
          <dgm:bulletEnabled val="1"/>
        </dgm:presLayoutVars>
      </dgm:prSet>
      <dgm:spPr/>
    </dgm:pt>
    <dgm:pt modelId="{0EFC1479-FFCE-4F0E-B8B2-8C4DACBBAFE1}" type="pres">
      <dgm:prSet presAssocID="{7AD9F14E-2236-41C6-A998-751087F95189}" presName="parSh" presStyleCnt="0"/>
      <dgm:spPr/>
    </dgm:pt>
    <dgm:pt modelId="{E523E3E4-0642-4A1F-99BA-B4C2573ED211}" type="pres">
      <dgm:prSet presAssocID="{7AD9F14E-2236-41C6-A998-751087F95189}" presName="lineNode" presStyleLbl="alignAccFollowNode1" presStyleIdx="21" presStyleCnt="24"/>
      <dgm:spPr/>
    </dgm:pt>
    <dgm:pt modelId="{C85828CB-832B-47C3-9A25-302094731A10}" type="pres">
      <dgm:prSet presAssocID="{7AD9F14E-2236-41C6-A998-751087F95189}" presName="lineArrowNode" presStyleLbl="alignAccFollowNode1" presStyleIdx="22" presStyleCnt="24"/>
      <dgm:spPr/>
    </dgm:pt>
    <dgm:pt modelId="{1A438C6A-3BD8-44CB-9544-08766C0D464D}" type="pres">
      <dgm:prSet presAssocID="{2AAB6AA4-EF00-416C-9690-1316D75480F7}" presName="sibTransNodeCircle" presStyleLbl="alignNode1" presStyleIdx="7" presStyleCnt="8">
        <dgm:presLayoutVars>
          <dgm:chMax val="0"/>
          <dgm:bulletEnabled/>
        </dgm:presLayoutVars>
      </dgm:prSet>
      <dgm:spPr/>
    </dgm:pt>
    <dgm:pt modelId="{1B09254D-9095-4739-A8A5-C3ADA577F336}" type="pres">
      <dgm:prSet presAssocID="{2AAB6AA4-EF00-416C-9690-1316D75480F7}" presName="spacerBetweenCircleAndCallout" presStyleCnt="0">
        <dgm:presLayoutVars/>
      </dgm:prSet>
      <dgm:spPr/>
    </dgm:pt>
    <dgm:pt modelId="{3EE36958-9A68-414A-AF34-022B20A8C737}" type="pres">
      <dgm:prSet presAssocID="{7AD9F14E-2236-41C6-A998-751087F95189}" presName="nodeText" presStyleLbl="alignAccFollowNode1" presStyleIdx="23" presStyleCnt="24">
        <dgm:presLayoutVars>
          <dgm:bulletEnabled val="1"/>
        </dgm:presLayoutVars>
      </dgm:prSet>
      <dgm:spPr/>
    </dgm:pt>
  </dgm:ptLst>
  <dgm:cxnLst>
    <dgm:cxn modelId="{BEA5C017-F0BB-454C-92A7-84ED24A5822B}" type="presOf" srcId="{AF1CF772-2F46-45ED-9DB4-AFD1CB312B9A}" destId="{BE430F9C-3820-408B-9C7A-23024967B7EE}" srcOrd="0" destOrd="0" presId="urn:microsoft.com/office/officeart/2016/7/layout/LinearArrowProcessNumbered"/>
    <dgm:cxn modelId="{9CD33019-1E0D-4EF3-AB89-9F6ECEC07DFC}" type="presOf" srcId="{6F17488F-690B-40E2-B335-CAB2AFAB5570}" destId="{E4E16795-A143-45E9-8347-72A6F6721AEC}" srcOrd="0" destOrd="0" presId="urn:microsoft.com/office/officeart/2016/7/layout/LinearArrowProcessNumbered"/>
    <dgm:cxn modelId="{5A19722B-0229-4453-8092-4E8759CB7DA2}" srcId="{AF1CF772-2F46-45ED-9DB4-AFD1CB312B9A}" destId="{8733EDBD-2983-4B86-9CD4-A2C1B97C86DE}" srcOrd="4" destOrd="0" parTransId="{D7CDF6BA-83DA-46AF-9BC6-645F671C476F}" sibTransId="{53EBA056-1918-4FB5-A44A-4AE30AB0CCA7}"/>
    <dgm:cxn modelId="{66304E32-DBD7-4E60-90E5-CC25B3057B79}" type="presOf" srcId="{2AAB6AA4-EF00-416C-9690-1316D75480F7}" destId="{1A438C6A-3BD8-44CB-9544-08766C0D464D}" srcOrd="0" destOrd="0" presId="urn:microsoft.com/office/officeart/2016/7/layout/LinearArrowProcessNumbered"/>
    <dgm:cxn modelId="{56723334-C8BF-488D-BA81-1F433C6EADAF}" srcId="{AF1CF772-2F46-45ED-9DB4-AFD1CB312B9A}" destId="{20DDCFF4-FB57-43B0-A942-CD84D6A7CC07}" srcOrd="5" destOrd="0" parTransId="{444F80E1-8061-4FE0-A57A-C9D8011C0949}" sibTransId="{8DF6F515-2307-4702-B580-1EDEF37C6A68}"/>
    <dgm:cxn modelId="{575F6638-E391-4295-9D8E-0AB185E31A6D}" type="presOf" srcId="{446EA179-86AB-45B1-A41B-F49BB6CEA523}" destId="{31F3D4A7-8BD8-4190-A57F-0B60CCAAD00E}" srcOrd="0" destOrd="0" presId="urn:microsoft.com/office/officeart/2016/7/layout/LinearArrowProcessNumbered"/>
    <dgm:cxn modelId="{6722133A-144F-46A5-BA0C-B0FFABF9BE94}" type="presOf" srcId="{33546451-C889-4C6F-8A38-E7B0C8E8BF5D}" destId="{4D30D608-6E67-4CF9-BFE7-5901283BFA0B}" srcOrd="0" destOrd="0" presId="urn:microsoft.com/office/officeart/2016/7/layout/LinearArrowProcessNumbered"/>
    <dgm:cxn modelId="{27A42540-5881-4830-B9D6-35448762184F}" srcId="{AF1CF772-2F46-45ED-9DB4-AFD1CB312B9A}" destId="{446EA179-86AB-45B1-A41B-F49BB6CEA523}" srcOrd="0" destOrd="0" parTransId="{298DA5CB-36A9-47EF-B84A-D4603F0BA3E3}" sibTransId="{5663A7D2-6521-48CC-A594-9653C2FB98B2}"/>
    <dgm:cxn modelId="{38518D6E-3516-440F-94F5-A82C3800AFB5}" type="presOf" srcId="{3ED81CEF-94E5-4BA9-9E6C-02853958AFCB}" destId="{69248425-184F-41B8-9CF1-CF5A896C0F87}" srcOrd="0" destOrd="0" presId="urn:microsoft.com/office/officeart/2016/7/layout/LinearArrowProcessNumbered"/>
    <dgm:cxn modelId="{15A7C654-899B-4461-A94F-1C72A6FFAB01}" srcId="{AF1CF772-2F46-45ED-9DB4-AFD1CB312B9A}" destId="{4562B30C-86D6-427F-8200-EFFFCE9FFBE2}" srcOrd="3" destOrd="0" parTransId="{0C9D53D5-D7DF-4507-B3DF-B702CB5C01FD}" sibTransId="{3ED81CEF-94E5-4BA9-9E6C-02853958AFCB}"/>
    <dgm:cxn modelId="{6D7F9B7B-A90C-48EE-9A8C-BECDCAAF4D8D}" type="presOf" srcId="{5663A7D2-6521-48CC-A594-9653C2FB98B2}" destId="{2B2BF160-16E5-484A-9485-A5E51B89A9ED}" srcOrd="0" destOrd="0" presId="urn:microsoft.com/office/officeart/2016/7/layout/LinearArrowProcessNumbered"/>
    <dgm:cxn modelId="{409DCE92-BA60-4AB1-B9D8-433B436190AF}" type="presOf" srcId="{8DF6F515-2307-4702-B580-1EDEF37C6A68}" destId="{1997A331-3085-4FA5-9291-1CD79B727B06}" srcOrd="0" destOrd="0" presId="urn:microsoft.com/office/officeart/2016/7/layout/LinearArrowProcessNumbered"/>
    <dgm:cxn modelId="{6B6C6496-0B2A-45AB-BF27-FB282E69885B}" type="presOf" srcId="{20DDCFF4-FB57-43B0-A942-CD84D6A7CC07}" destId="{94D09601-770B-4EF6-94D9-0B2B7FBD32F9}" srcOrd="0" destOrd="0" presId="urn:microsoft.com/office/officeart/2016/7/layout/LinearArrowProcessNumbered"/>
    <dgm:cxn modelId="{2B9A6498-D503-45AC-AB70-AF5F07D66BB1}" type="presOf" srcId="{2829B239-2CB6-4F7C-B3AA-8FBBA3560742}" destId="{63A6A5B0-265F-4A5B-B0C6-ABC5D2AF7E33}" srcOrd="0" destOrd="0" presId="urn:microsoft.com/office/officeart/2016/7/layout/LinearArrowProcessNumbered"/>
    <dgm:cxn modelId="{0903B79A-DCD6-417B-B798-5926A2D2EB40}" srcId="{AF1CF772-2F46-45ED-9DB4-AFD1CB312B9A}" destId="{2829B239-2CB6-4F7C-B3AA-8FBBA3560742}" srcOrd="2" destOrd="0" parTransId="{1ABE6E66-EEA1-4FCC-A669-850AF41B58EC}" sibTransId="{33546451-C889-4C6F-8A38-E7B0C8E8BF5D}"/>
    <dgm:cxn modelId="{3A1F569C-5547-4818-984A-53D88A22D20B}" srcId="{AF1CF772-2F46-45ED-9DB4-AFD1CB312B9A}" destId="{6F17488F-690B-40E2-B335-CAB2AFAB5570}" srcOrd="1" destOrd="0" parTransId="{73294F1A-978E-4D73-9FB8-A3E9AD554DEB}" sibTransId="{B14451E4-BC89-4B09-A74F-C7CC8F43828D}"/>
    <dgm:cxn modelId="{5B0B66A3-1E37-49CD-85C5-F4B64BD33C94}" type="presOf" srcId="{4562B30C-86D6-427F-8200-EFFFCE9FFBE2}" destId="{F926B079-B1BC-41C1-B06F-F547BC5CDEEA}" srcOrd="0" destOrd="0" presId="urn:microsoft.com/office/officeart/2016/7/layout/LinearArrowProcessNumbered"/>
    <dgm:cxn modelId="{59F326AA-6791-4D9B-A0A6-351D984663D5}" type="presOf" srcId="{8733EDBD-2983-4B86-9CD4-A2C1B97C86DE}" destId="{FF46F1F3-A090-4F52-8D4C-2B4FE9C4C235}" srcOrd="0" destOrd="0" presId="urn:microsoft.com/office/officeart/2016/7/layout/LinearArrowProcessNumbered"/>
    <dgm:cxn modelId="{135210AB-31B2-4C61-BCA8-9B94EBCDDDBC}" type="presOf" srcId="{53EBA056-1918-4FB5-A44A-4AE30AB0CCA7}" destId="{D37570EB-87A4-43C4-B22C-481ABB9A244D}" srcOrd="0" destOrd="0" presId="urn:microsoft.com/office/officeart/2016/7/layout/LinearArrowProcessNumbered"/>
    <dgm:cxn modelId="{ECBFC2B0-5F61-4519-AB0B-0156D08393E7}" srcId="{AF1CF772-2F46-45ED-9DB4-AFD1CB312B9A}" destId="{34A196E4-DD93-4B4F-9B42-FEFCF086EEB4}" srcOrd="6" destOrd="0" parTransId="{9C3A232C-9F8C-40ED-ACAA-580458931F3B}" sibTransId="{82E4C6FF-EAFE-4954-995A-A9741365A010}"/>
    <dgm:cxn modelId="{0C7FC7B8-E696-43BE-88EC-8C9A1ACEE069}" srcId="{AF1CF772-2F46-45ED-9DB4-AFD1CB312B9A}" destId="{7AD9F14E-2236-41C6-A998-751087F95189}" srcOrd="7" destOrd="0" parTransId="{C97F97EA-7B0F-4A2B-865C-B01EC5BB04E6}" sibTransId="{2AAB6AA4-EF00-416C-9690-1316D75480F7}"/>
    <dgm:cxn modelId="{6E7401CB-751B-4210-B4F2-75F2D2CD77DD}" type="presOf" srcId="{82E4C6FF-EAFE-4954-995A-A9741365A010}" destId="{021CB82A-7027-43F1-8BFA-7C5D9944CBE2}" srcOrd="0" destOrd="0" presId="urn:microsoft.com/office/officeart/2016/7/layout/LinearArrowProcessNumbered"/>
    <dgm:cxn modelId="{EE508FCD-2863-48C0-AD8C-CD99CBFC45DA}" type="presOf" srcId="{34A196E4-DD93-4B4F-9B42-FEFCF086EEB4}" destId="{8810D378-D132-4A2B-B794-28CBCBDF5A68}" srcOrd="0" destOrd="0" presId="urn:microsoft.com/office/officeart/2016/7/layout/LinearArrowProcessNumbered"/>
    <dgm:cxn modelId="{55C037D7-46C5-497A-B9CE-F31C3712B5CF}" type="presOf" srcId="{B14451E4-BC89-4B09-A74F-C7CC8F43828D}" destId="{6D21EB0B-072C-4071-B034-67253DC33671}" srcOrd="0" destOrd="0" presId="urn:microsoft.com/office/officeart/2016/7/layout/LinearArrowProcessNumbered"/>
    <dgm:cxn modelId="{76C449D7-1362-4BE0-9FFC-DC7F7CBB3172}" type="presOf" srcId="{7AD9F14E-2236-41C6-A998-751087F95189}" destId="{3EE36958-9A68-414A-AF34-022B20A8C737}" srcOrd="0" destOrd="0" presId="urn:microsoft.com/office/officeart/2016/7/layout/LinearArrowProcessNumbered"/>
    <dgm:cxn modelId="{70F2CDF1-6D1A-4F2B-8DBA-DF573443C462}" type="presParOf" srcId="{BE430F9C-3820-408B-9C7A-23024967B7EE}" destId="{4FC979ED-9E47-4D97-98DC-AB02006D8EEC}" srcOrd="0" destOrd="0" presId="urn:microsoft.com/office/officeart/2016/7/layout/LinearArrowProcessNumbered"/>
    <dgm:cxn modelId="{E99A7DB2-8368-4312-87D9-B796CA28CC0C}" type="presParOf" srcId="{4FC979ED-9E47-4D97-98DC-AB02006D8EEC}" destId="{177BC491-F56E-4DB7-8512-438E85F91FEF}" srcOrd="0" destOrd="0" presId="urn:microsoft.com/office/officeart/2016/7/layout/LinearArrowProcessNumbered"/>
    <dgm:cxn modelId="{4FE376CB-EBF0-4042-A62D-495A6FB1A377}" type="presParOf" srcId="{4FC979ED-9E47-4D97-98DC-AB02006D8EEC}" destId="{A8775820-29E7-49C9-B635-E7F92F1856DC}" srcOrd="1" destOrd="0" presId="urn:microsoft.com/office/officeart/2016/7/layout/LinearArrowProcessNumbered"/>
    <dgm:cxn modelId="{5A717A5C-97B4-4C90-BCDA-AFF68B98088F}" type="presParOf" srcId="{A8775820-29E7-49C9-B635-E7F92F1856DC}" destId="{C0B4D889-8087-43E9-9A0A-F9A5D560517B}" srcOrd="0" destOrd="0" presId="urn:microsoft.com/office/officeart/2016/7/layout/LinearArrowProcessNumbered"/>
    <dgm:cxn modelId="{483C7500-A523-4A01-8C51-26A669D21836}" type="presParOf" srcId="{A8775820-29E7-49C9-B635-E7F92F1856DC}" destId="{1285B78C-2A1B-496C-ADDB-BE2D5909F03D}" srcOrd="1" destOrd="0" presId="urn:microsoft.com/office/officeart/2016/7/layout/LinearArrowProcessNumbered"/>
    <dgm:cxn modelId="{140547CB-C045-41DB-A0E9-A10C0E2402AF}" type="presParOf" srcId="{A8775820-29E7-49C9-B635-E7F92F1856DC}" destId="{2B2BF160-16E5-484A-9485-A5E51B89A9ED}" srcOrd="2" destOrd="0" presId="urn:microsoft.com/office/officeart/2016/7/layout/LinearArrowProcessNumbered"/>
    <dgm:cxn modelId="{C422EDA2-8558-4C28-8C4F-81BAF3FBA00A}" type="presParOf" srcId="{A8775820-29E7-49C9-B635-E7F92F1856DC}" destId="{6AFB8BAF-C58E-4265-A345-257AD44DD9E7}" srcOrd="3" destOrd="0" presId="urn:microsoft.com/office/officeart/2016/7/layout/LinearArrowProcessNumbered"/>
    <dgm:cxn modelId="{2B1A1871-FFEC-42AF-86A1-2FF871069112}" type="presParOf" srcId="{4FC979ED-9E47-4D97-98DC-AB02006D8EEC}" destId="{31F3D4A7-8BD8-4190-A57F-0B60CCAAD00E}" srcOrd="2" destOrd="0" presId="urn:microsoft.com/office/officeart/2016/7/layout/LinearArrowProcessNumbered"/>
    <dgm:cxn modelId="{9F1C2B42-BF19-43C4-83D3-DFCD6CF2A283}" type="presParOf" srcId="{BE430F9C-3820-408B-9C7A-23024967B7EE}" destId="{7218B8BF-B5EA-477E-9BB2-E42BBBAA1A8D}" srcOrd="1" destOrd="0" presId="urn:microsoft.com/office/officeart/2016/7/layout/LinearArrowProcessNumbered"/>
    <dgm:cxn modelId="{ED7FBC3F-3289-4D8F-AC94-BC5CEB9BFFEA}" type="presParOf" srcId="{BE430F9C-3820-408B-9C7A-23024967B7EE}" destId="{5169E3AC-727D-4584-AAE1-BDF226648090}" srcOrd="2" destOrd="0" presId="urn:microsoft.com/office/officeart/2016/7/layout/LinearArrowProcessNumbered"/>
    <dgm:cxn modelId="{D177A9DC-9105-4125-A407-A23C96163982}" type="presParOf" srcId="{5169E3AC-727D-4584-AAE1-BDF226648090}" destId="{CFC24663-012B-4A95-B7D4-6535ADC9E447}" srcOrd="0" destOrd="0" presId="urn:microsoft.com/office/officeart/2016/7/layout/LinearArrowProcessNumbered"/>
    <dgm:cxn modelId="{EE9BBE41-7417-4EBB-AA9C-4DA26BC470E5}" type="presParOf" srcId="{5169E3AC-727D-4584-AAE1-BDF226648090}" destId="{D858E290-2A36-49F0-A9DF-0452274DF139}" srcOrd="1" destOrd="0" presId="urn:microsoft.com/office/officeart/2016/7/layout/LinearArrowProcessNumbered"/>
    <dgm:cxn modelId="{024FBED8-ED5F-4BC4-9ACE-622C3D8CE09D}" type="presParOf" srcId="{D858E290-2A36-49F0-A9DF-0452274DF139}" destId="{6C45A49D-DB0D-4FF6-A2C7-DC18EB2BFD80}" srcOrd="0" destOrd="0" presId="urn:microsoft.com/office/officeart/2016/7/layout/LinearArrowProcessNumbered"/>
    <dgm:cxn modelId="{F18D312D-25A1-475D-8B75-2CF5D8770F20}" type="presParOf" srcId="{D858E290-2A36-49F0-A9DF-0452274DF139}" destId="{21ACA64C-6364-45B6-9CBC-23BE460314F9}" srcOrd="1" destOrd="0" presId="urn:microsoft.com/office/officeart/2016/7/layout/LinearArrowProcessNumbered"/>
    <dgm:cxn modelId="{0DCEAB28-870D-45A8-9316-625D7095BE6E}" type="presParOf" srcId="{D858E290-2A36-49F0-A9DF-0452274DF139}" destId="{6D21EB0B-072C-4071-B034-67253DC33671}" srcOrd="2" destOrd="0" presId="urn:microsoft.com/office/officeart/2016/7/layout/LinearArrowProcessNumbered"/>
    <dgm:cxn modelId="{A5E1D868-D972-4D09-B0C1-A43C22913D10}" type="presParOf" srcId="{D858E290-2A36-49F0-A9DF-0452274DF139}" destId="{FC0C6230-669C-4BA3-AF7F-16205BDEF609}" srcOrd="3" destOrd="0" presId="urn:microsoft.com/office/officeart/2016/7/layout/LinearArrowProcessNumbered"/>
    <dgm:cxn modelId="{D2FAD3EF-A6E3-4898-9595-449B54E01014}" type="presParOf" srcId="{5169E3AC-727D-4584-AAE1-BDF226648090}" destId="{E4E16795-A143-45E9-8347-72A6F6721AEC}" srcOrd="2" destOrd="0" presId="urn:microsoft.com/office/officeart/2016/7/layout/LinearArrowProcessNumbered"/>
    <dgm:cxn modelId="{77FD320F-3EEB-4303-81A4-E6B36C74356F}" type="presParOf" srcId="{BE430F9C-3820-408B-9C7A-23024967B7EE}" destId="{13A910E7-D927-40BC-993E-E1A205962045}" srcOrd="3" destOrd="0" presId="urn:microsoft.com/office/officeart/2016/7/layout/LinearArrowProcessNumbered"/>
    <dgm:cxn modelId="{0BE1CC03-A098-4A60-8CF2-5F42D64141D8}" type="presParOf" srcId="{BE430F9C-3820-408B-9C7A-23024967B7EE}" destId="{45FFEC05-F5C1-403E-9E88-12BB64F133C8}" srcOrd="4" destOrd="0" presId="urn:microsoft.com/office/officeart/2016/7/layout/LinearArrowProcessNumbered"/>
    <dgm:cxn modelId="{C209D824-8855-419C-BE28-61505BC66610}" type="presParOf" srcId="{45FFEC05-F5C1-403E-9E88-12BB64F133C8}" destId="{2A0E4FEC-3EB1-4C0E-811D-0C35B8C9DF4D}" srcOrd="0" destOrd="0" presId="urn:microsoft.com/office/officeart/2016/7/layout/LinearArrowProcessNumbered"/>
    <dgm:cxn modelId="{961F5E34-26BD-428B-AF20-207CE9B18223}" type="presParOf" srcId="{45FFEC05-F5C1-403E-9E88-12BB64F133C8}" destId="{B44B6393-80DC-40D9-AEF3-295E1CFD6FFA}" srcOrd="1" destOrd="0" presId="urn:microsoft.com/office/officeart/2016/7/layout/LinearArrowProcessNumbered"/>
    <dgm:cxn modelId="{565D01D0-EDAB-4F17-8653-50F77CB5C8C6}" type="presParOf" srcId="{B44B6393-80DC-40D9-AEF3-295E1CFD6FFA}" destId="{EF529F2E-29A0-4129-8405-374BB758AB95}" srcOrd="0" destOrd="0" presId="urn:microsoft.com/office/officeart/2016/7/layout/LinearArrowProcessNumbered"/>
    <dgm:cxn modelId="{37B2DC2C-E445-4EDC-89D8-3C3419D6CA1F}" type="presParOf" srcId="{B44B6393-80DC-40D9-AEF3-295E1CFD6FFA}" destId="{27373436-1349-4970-9F0D-857E2351628D}" srcOrd="1" destOrd="0" presId="urn:microsoft.com/office/officeart/2016/7/layout/LinearArrowProcessNumbered"/>
    <dgm:cxn modelId="{2C4BCEBA-8005-4CA1-995A-ED3081C4B75C}" type="presParOf" srcId="{B44B6393-80DC-40D9-AEF3-295E1CFD6FFA}" destId="{4D30D608-6E67-4CF9-BFE7-5901283BFA0B}" srcOrd="2" destOrd="0" presId="urn:microsoft.com/office/officeart/2016/7/layout/LinearArrowProcessNumbered"/>
    <dgm:cxn modelId="{235D42AB-7104-4167-B060-554E1401F36C}" type="presParOf" srcId="{B44B6393-80DC-40D9-AEF3-295E1CFD6FFA}" destId="{C5A56F98-8882-4F89-9C7A-0E21B2D7E4E9}" srcOrd="3" destOrd="0" presId="urn:microsoft.com/office/officeart/2016/7/layout/LinearArrowProcessNumbered"/>
    <dgm:cxn modelId="{A5A9BCB7-3459-44E4-86D0-B1468D94FABA}" type="presParOf" srcId="{45FFEC05-F5C1-403E-9E88-12BB64F133C8}" destId="{63A6A5B0-265F-4A5B-B0C6-ABC5D2AF7E33}" srcOrd="2" destOrd="0" presId="urn:microsoft.com/office/officeart/2016/7/layout/LinearArrowProcessNumbered"/>
    <dgm:cxn modelId="{6CE67E61-E7A7-45FA-B5CD-CEE7EA65822E}" type="presParOf" srcId="{BE430F9C-3820-408B-9C7A-23024967B7EE}" destId="{0B553386-5A5E-4216-98C6-7A2BF6C5F376}" srcOrd="5" destOrd="0" presId="urn:microsoft.com/office/officeart/2016/7/layout/LinearArrowProcessNumbered"/>
    <dgm:cxn modelId="{15142CB6-58CF-442A-9E39-C04777D5E38F}" type="presParOf" srcId="{BE430F9C-3820-408B-9C7A-23024967B7EE}" destId="{B0A98535-EFE8-4B89-8DA9-765FF4162684}" srcOrd="6" destOrd="0" presId="urn:microsoft.com/office/officeart/2016/7/layout/LinearArrowProcessNumbered"/>
    <dgm:cxn modelId="{4E920AEC-04C9-4C0C-93EE-6921C83D3205}" type="presParOf" srcId="{B0A98535-EFE8-4B89-8DA9-765FF4162684}" destId="{7E986512-1340-49DD-9E4C-1C0030CBB1C6}" srcOrd="0" destOrd="0" presId="urn:microsoft.com/office/officeart/2016/7/layout/LinearArrowProcessNumbered"/>
    <dgm:cxn modelId="{5B87823C-491F-46F9-B01E-31C1097F6909}" type="presParOf" srcId="{B0A98535-EFE8-4B89-8DA9-765FF4162684}" destId="{F8A13DD5-139E-4BE3-A553-E945E8481491}" srcOrd="1" destOrd="0" presId="urn:microsoft.com/office/officeart/2016/7/layout/LinearArrowProcessNumbered"/>
    <dgm:cxn modelId="{3EED7D65-CE67-4913-833E-14C961CFB0CC}" type="presParOf" srcId="{F8A13DD5-139E-4BE3-A553-E945E8481491}" destId="{39DA55B5-069D-4BA8-B675-8513E3C61101}" srcOrd="0" destOrd="0" presId="urn:microsoft.com/office/officeart/2016/7/layout/LinearArrowProcessNumbered"/>
    <dgm:cxn modelId="{BC7504BC-3000-4CC7-B10E-6796AE2C6A4F}" type="presParOf" srcId="{F8A13DD5-139E-4BE3-A553-E945E8481491}" destId="{A33127F6-A08F-4AE1-9218-91239B7E3AD5}" srcOrd="1" destOrd="0" presId="urn:microsoft.com/office/officeart/2016/7/layout/LinearArrowProcessNumbered"/>
    <dgm:cxn modelId="{E607F231-1615-4D45-9E16-9ECCFFA2677B}" type="presParOf" srcId="{F8A13DD5-139E-4BE3-A553-E945E8481491}" destId="{69248425-184F-41B8-9CF1-CF5A896C0F87}" srcOrd="2" destOrd="0" presId="urn:microsoft.com/office/officeart/2016/7/layout/LinearArrowProcessNumbered"/>
    <dgm:cxn modelId="{D821F2FA-59DF-419F-89AE-084C3C93540E}" type="presParOf" srcId="{F8A13DD5-139E-4BE3-A553-E945E8481491}" destId="{F47A5622-B2E6-49EC-AED7-2D1C8673F300}" srcOrd="3" destOrd="0" presId="urn:microsoft.com/office/officeart/2016/7/layout/LinearArrowProcessNumbered"/>
    <dgm:cxn modelId="{5EF013AE-2BD0-4237-99DE-06C8C6BFC70E}" type="presParOf" srcId="{B0A98535-EFE8-4B89-8DA9-765FF4162684}" destId="{F926B079-B1BC-41C1-B06F-F547BC5CDEEA}" srcOrd="2" destOrd="0" presId="urn:microsoft.com/office/officeart/2016/7/layout/LinearArrowProcessNumbered"/>
    <dgm:cxn modelId="{37172AB8-7271-4A88-8C3B-35C70561A6CB}" type="presParOf" srcId="{BE430F9C-3820-408B-9C7A-23024967B7EE}" destId="{0316D2C7-538B-4026-A2B4-8BBEB76D3DF1}" srcOrd="7" destOrd="0" presId="urn:microsoft.com/office/officeart/2016/7/layout/LinearArrowProcessNumbered"/>
    <dgm:cxn modelId="{06F06548-BEFB-48BC-8984-9203D2BFEE23}" type="presParOf" srcId="{BE430F9C-3820-408B-9C7A-23024967B7EE}" destId="{7A4B94C3-C0B5-44C2-BAA8-2E97C6BBC61F}" srcOrd="8" destOrd="0" presId="urn:microsoft.com/office/officeart/2016/7/layout/LinearArrowProcessNumbered"/>
    <dgm:cxn modelId="{9FA3329C-5D57-48E8-8CA9-55BF4F239192}" type="presParOf" srcId="{7A4B94C3-C0B5-44C2-BAA8-2E97C6BBC61F}" destId="{A79406CF-6544-4000-A9EA-89EB7CCC184F}" srcOrd="0" destOrd="0" presId="urn:microsoft.com/office/officeart/2016/7/layout/LinearArrowProcessNumbered"/>
    <dgm:cxn modelId="{CF0938B7-703E-4EE1-97DD-CE0030FF46D3}" type="presParOf" srcId="{7A4B94C3-C0B5-44C2-BAA8-2E97C6BBC61F}" destId="{40A7FD44-A98A-431C-801E-DC3084D13EFF}" srcOrd="1" destOrd="0" presId="urn:microsoft.com/office/officeart/2016/7/layout/LinearArrowProcessNumbered"/>
    <dgm:cxn modelId="{B270DCE9-89FC-46C6-8934-1DD1035266F1}" type="presParOf" srcId="{40A7FD44-A98A-431C-801E-DC3084D13EFF}" destId="{ADFFBCBF-7AED-4063-B2C9-A9656B90374F}" srcOrd="0" destOrd="0" presId="urn:microsoft.com/office/officeart/2016/7/layout/LinearArrowProcessNumbered"/>
    <dgm:cxn modelId="{3AE268B0-EF41-4E83-A03C-9F1B7CAAA7F2}" type="presParOf" srcId="{40A7FD44-A98A-431C-801E-DC3084D13EFF}" destId="{A5977A95-6E22-4894-A4FD-094DDF70F57F}" srcOrd="1" destOrd="0" presId="urn:microsoft.com/office/officeart/2016/7/layout/LinearArrowProcessNumbered"/>
    <dgm:cxn modelId="{CF70A1C5-0CAC-47D1-8397-D068508279B4}" type="presParOf" srcId="{40A7FD44-A98A-431C-801E-DC3084D13EFF}" destId="{D37570EB-87A4-43C4-B22C-481ABB9A244D}" srcOrd="2" destOrd="0" presId="urn:microsoft.com/office/officeart/2016/7/layout/LinearArrowProcessNumbered"/>
    <dgm:cxn modelId="{88E5DABA-BDD8-48BC-8809-90445DC7699D}" type="presParOf" srcId="{40A7FD44-A98A-431C-801E-DC3084D13EFF}" destId="{26890BEA-5220-4FD3-ABD0-B3F50DC83FE1}" srcOrd="3" destOrd="0" presId="urn:microsoft.com/office/officeart/2016/7/layout/LinearArrowProcessNumbered"/>
    <dgm:cxn modelId="{60424C20-7CC1-4401-BE76-FA7F32C8FDB0}" type="presParOf" srcId="{7A4B94C3-C0B5-44C2-BAA8-2E97C6BBC61F}" destId="{FF46F1F3-A090-4F52-8D4C-2B4FE9C4C235}" srcOrd="2" destOrd="0" presId="urn:microsoft.com/office/officeart/2016/7/layout/LinearArrowProcessNumbered"/>
    <dgm:cxn modelId="{BEDACEAA-50E5-4C22-BAC9-1FE634CE7B43}" type="presParOf" srcId="{BE430F9C-3820-408B-9C7A-23024967B7EE}" destId="{46E3AF01-2D6A-4375-9D4F-01BE4AE45BE8}" srcOrd="9" destOrd="0" presId="urn:microsoft.com/office/officeart/2016/7/layout/LinearArrowProcessNumbered"/>
    <dgm:cxn modelId="{936FDDE9-E214-42B6-96A4-F99316030974}" type="presParOf" srcId="{BE430F9C-3820-408B-9C7A-23024967B7EE}" destId="{F4140C0C-ABC8-4059-A04B-78D306BAF698}" srcOrd="10" destOrd="0" presId="urn:microsoft.com/office/officeart/2016/7/layout/LinearArrowProcessNumbered"/>
    <dgm:cxn modelId="{05DC49E2-13DE-4841-82A6-7EB4430DA9DF}" type="presParOf" srcId="{F4140C0C-ABC8-4059-A04B-78D306BAF698}" destId="{AB8C486E-42A4-48D0-84F9-8FB94919F353}" srcOrd="0" destOrd="0" presId="urn:microsoft.com/office/officeart/2016/7/layout/LinearArrowProcessNumbered"/>
    <dgm:cxn modelId="{CB36F74E-26D5-4EA9-8AD8-087F8C642D74}" type="presParOf" srcId="{F4140C0C-ABC8-4059-A04B-78D306BAF698}" destId="{223D7814-4F50-4307-9017-1819A0406339}" srcOrd="1" destOrd="0" presId="urn:microsoft.com/office/officeart/2016/7/layout/LinearArrowProcessNumbered"/>
    <dgm:cxn modelId="{3AA71CF1-A2AB-4543-9970-E301B3886088}" type="presParOf" srcId="{223D7814-4F50-4307-9017-1819A0406339}" destId="{7ADD73EC-7EB8-4986-AF5D-0377DAB1439C}" srcOrd="0" destOrd="0" presId="urn:microsoft.com/office/officeart/2016/7/layout/LinearArrowProcessNumbered"/>
    <dgm:cxn modelId="{A032891B-8FB1-47F8-A446-4955B46AD667}" type="presParOf" srcId="{223D7814-4F50-4307-9017-1819A0406339}" destId="{8A4A9510-2774-41D1-B857-4BA3852FD9E0}" srcOrd="1" destOrd="0" presId="urn:microsoft.com/office/officeart/2016/7/layout/LinearArrowProcessNumbered"/>
    <dgm:cxn modelId="{E2F4D5CC-E520-4FED-992E-0EF273D5C52D}" type="presParOf" srcId="{223D7814-4F50-4307-9017-1819A0406339}" destId="{1997A331-3085-4FA5-9291-1CD79B727B06}" srcOrd="2" destOrd="0" presId="urn:microsoft.com/office/officeart/2016/7/layout/LinearArrowProcessNumbered"/>
    <dgm:cxn modelId="{E8573BA3-146B-4C29-B3AD-C25DAAFCA1CD}" type="presParOf" srcId="{223D7814-4F50-4307-9017-1819A0406339}" destId="{91710FAE-56C5-4BA3-ABA4-98324BC8080F}" srcOrd="3" destOrd="0" presId="urn:microsoft.com/office/officeart/2016/7/layout/LinearArrowProcessNumbered"/>
    <dgm:cxn modelId="{D4C7AAA6-88D1-435C-879D-2EFC31246FD2}" type="presParOf" srcId="{F4140C0C-ABC8-4059-A04B-78D306BAF698}" destId="{94D09601-770B-4EF6-94D9-0B2B7FBD32F9}" srcOrd="2" destOrd="0" presId="urn:microsoft.com/office/officeart/2016/7/layout/LinearArrowProcessNumbered"/>
    <dgm:cxn modelId="{3C7A3E72-BF65-4B5E-8A54-00ACD4D4CC81}" type="presParOf" srcId="{BE430F9C-3820-408B-9C7A-23024967B7EE}" destId="{34761C7B-61C4-40A4-B5FA-B95997AEEBDC}" srcOrd="11" destOrd="0" presId="urn:microsoft.com/office/officeart/2016/7/layout/LinearArrowProcessNumbered"/>
    <dgm:cxn modelId="{946ED749-8594-4C49-878A-201655AEBA64}" type="presParOf" srcId="{BE430F9C-3820-408B-9C7A-23024967B7EE}" destId="{757CB05B-337F-44CC-8A29-7ABBD55A3116}" srcOrd="12" destOrd="0" presId="urn:microsoft.com/office/officeart/2016/7/layout/LinearArrowProcessNumbered"/>
    <dgm:cxn modelId="{BF9B22D8-BD8A-42E4-9FAD-E91EF9D44F3B}" type="presParOf" srcId="{757CB05B-337F-44CC-8A29-7ABBD55A3116}" destId="{0A178C95-1894-4AB5-A92C-45B5B2DC54D7}" srcOrd="0" destOrd="0" presId="urn:microsoft.com/office/officeart/2016/7/layout/LinearArrowProcessNumbered"/>
    <dgm:cxn modelId="{373D5731-2ADC-43A6-BCC0-92BDB7C4A8B1}" type="presParOf" srcId="{757CB05B-337F-44CC-8A29-7ABBD55A3116}" destId="{9C2048F0-E516-4B02-9D27-E301BD8CD088}" srcOrd="1" destOrd="0" presId="urn:microsoft.com/office/officeart/2016/7/layout/LinearArrowProcessNumbered"/>
    <dgm:cxn modelId="{22D28E10-99B1-446E-A6BA-9AF7B467A00D}" type="presParOf" srcId="{9C2048F0-E516-4B02-9D27-E301BD8CD088}" destId="{6E695EBF-41D9-4B56-9CAD-4452C7ABE8D9}" srcOrd="0" destOrd="0" presId="urn:microsoft.com/office/officeart/2016/7/layout/LinearArrowProcessNumbered"/>
    <dgm:cxn modelId="{B1290148-6ACC-4287-9215-88CD00105F20}" type="presParOf" srcId="{9C2048F0-E516-4B02-9D27-E301BD8CD088}" destId="{9BFF738E-62B5-4F9C-953A-86FEEB8FD832}" srcOrd="1" destOrd="0" presId="urn:microsoft.com/office/officeart/2016/7/layout/LinearArrowProcessNumbered"/>
    <dgm:cxn modelId="{978C2F4B-8D3D-4150-A78F-593C79337A4D}" type="presParOf" srcId="{9C2048F0-E516-4B02-9D27-E301BD8CD088}" destId="{021CB82A-7027-43F1-8BFA-7C5D9944CBE2}" srcOrd="2" destOrd="0" presId="urn:microsoft.com/office/officeart/2016/7/layout/LinearArrowProcessNumbered"/>
    <dgm:cxn modelId="{3A04041A-0350-4C8A-8F36-7F6F2F0FDAA4}" type="presParOf" srcId="{9C2048F0-E516-4B02-9D27-E301BD8CD088}" destId="{90E8FAF3-4137-4971-BEF5-682EB0F281A6}" srcOrd="3" destOrd="0" presId="urn:microsoft.com/office/officeart/2016/7/layout/LinearArrowProcessNumbered"/>
    <dgm:cxn modelId="{A14FDBB4-C514-464E-9E39-E871D4F1DF39}" type="presParOf" srcId="{757CB05B-337F-44CC-8A29-7ABBD55A3116}" destId="{8810D378-D132-4A2B-B794-28CBCBDF5A68}" srcOrd="2" destOrd="0" presId="urn:microsoft.com/office/officeart/2016/7/layout/LinearArrowProcessNumbered"/>
    <dgm:cxn modelId="{FA964258-5407-438C-BC6B-114A1BDA0179}" type="presParOf" srcId="{BE430F9C-3820-408B-9C7A-23024967B7EE}" destId="{4B0819F2-E42C-4BDD-8785-C489C274B308}" srcOrd="13" destOrd="0" presId="urn:microsoft.com/office/officeart/2016/7/layout/LinearArrowProcessNumbered"/>
    <dgm:cxn modelId="{715F8D23-A12E-44E1-85D2-22B63F5CDDCA}" type="presParOf" srcId="{BE430F9C-3820-408B-9C7A-23024967B7EE}" destId="{08C76CFC-4679-43BF-BEBA-43AA7C41707B}" srcOrd="14" destOrd="0" presId="urn:microsoft.com/office/officeart/2016/7/layout/LinearArrowProcessNumbered"/>
    <dgm:cxn modelId="{8F5433E5-055E-46FA-8357-A0B2800D98EC}" type="presParOf" srcId="{08C76CFC-4679-43BF-BEBA-43AA7C41707B}" destId="{82BB939B-16F1-4913-93DD-BCE203C393AA}" srcOrd="0" destOrd="0" presId="urn:microsoft.com/office/officeart/2016/7/layout/LinearArrowProcessNumbered"/>
    <dgm:cxn modelId="{CFD5903A-8DB3-401F-870D-195246FEB847}" type="presParOf" srcId="{08C76CFC-4679-43BF-BEBA-43AA7C41707B}" destId="{0EFC1479-FFCE-4F0E-B8B2-8C4DACBBAFE1}" srcOrd="1" destOrd="0" presId="urn:microsoft.com/office/officeart/2016/7/layout/LinearArrowProcessNumbered"/>
    <dgm:cxn modelId="{902B4D51-2BAF-4B85-BD09-9F80E396F910}" type="presParOf" srcId="{0EFC1479-FFCE-4F0E-B8B2-8C4DACBBAFE1}" destId="{E523E3E4-0642-4A1F-99BA-B4C2573ED211}" srcOrd="0" destOrd="0" presId="urn:microsoft.com/office/officeart/2016/7/layout/LinearArrowProcessNumbered"/>
    <dgm:cxn modelId="{47BCA989-DEE7-4E02-B0A4-B9A4665E062A}" type="presParOf" srcId="{0EFC1479-FFCE-4F0E-B8B2-8C4DACBBAFE1}" destId="{C85828CB-832B-47C3-9A25-302094731A10}" srcOrd="1" destOrd="0" presId="urn:microsoft.com/office/officeart/2016/7/layout/LinearArrowProcessNumbered"/>
    <dgm:cxn modelId="{E3FBE8BE-FAA0-4F85-B1C2-32526B63664C}" type="presParOf" srcId="{0EFC1479-FFCE-4F0E-B8B2-8C4DACBBAFE1}" destId="{1A438C6A-3BD8-44CB-9544-08766C0D464D}" srcOrd="2" destOrd="0" presId="urn:microsoft.com/office/officeart/2016/7/layout/LinearArrowProcessNumbered"/>
    <dgm:cxn modelId="{5562ECA1-2B8A-4AB9-9304-A9D402700AF6}" type="presParOf" srcId="{0EFC1479-FFCE-4F0E-B8B2-8C4DACBBAFE1}" destId="{1B09254D-9095-4739-A8A5-C3ADA577F336}" srcOrd="3" destOrd="0" presId="urn:microsoft.com/office/officeart/2016/7/layout/LinearArrowProcessNumbered"/>
    <dgm:cxn modelId="{4F1CA6A3-121B-4CE2-8C85-DB7798FDD7BC}" type="presParOf" srcId="{08C76CFC-4679-43BF-BEBA-43AA7C41707B}" destId="{3EE36958-9A68-414A-AF34-022B20A8C737}"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B2427A-1C38-4B29-B0D7-C9B69DDC0DB2}"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D359731D-4387-478E-A4C9-761FA53DB58C}">
      <dgm:prSet/>
      <dgm:spPr/>
      <dgm:t>
        <a:bodyPr/>
        <a:lstStyle/>
        <a:p>
          <a:r>
            <a:rPr lang="en-US"/>
            <a:t>Data preprocessing for crop yield prediction involves meticulous steps to enhance data quality. </a:t>
          </a:r>
        </a:p>
      </dgm:t>
    </dgm:pt>
    <dgm:pt modelId="{EDBF701B-07AE-4E43-BE2D-EFDDBF656FBC}" type="parTrans" cxnId="{8E3AB6E8-9929-41B8-80EA-AFB666A33A69}">
      <dgm:prSet/>
      <dgm:spPr/>
      <dgm:t>
        <a:bodyPr/>
        <a:lstStyle/>
        <a:p>
          <a:endParaRPr lang="en-US"/>
        </a:p>
      </dgm:t>
    </dgm:pt>
    <dgm:pt modelId="{B50C4CC8-F032-448C-BA59-BA091F46462B}" type="sibTrans" cxnId="{8E3AB6E8-9929-41B8-80EA-AFB666A33A69}">
      <dgm:prSet/>
      <dgm:spPr/>
      <dgm:t>
        <a:bodyPr/>
        <a:lstStyle/>
        <a:p>
          <a:endParaRPr lang="en-US"/>
        </a:p>
      </dgm:t>
    </dgm:pt>
    <dgm:pt modelId="{9B0FDF3C-CD8D-490A-8A06-F5A758FA4B6A}">
      <dgm:prSet/>
      <dgm:spPr/>
      <dgm:t>
        <a:bodyPr/>
        <a:lstStyle/>
        <a:p>
          <a:r>
            <a:rPr lang="en-US"/>
            <a:t>Raw datasets, including historical yields, weather, soil, and satellite imagery, undergo cleaning, handling missing values, and standardization. </a:t>
          </a:r>
        </a:p>
      </dgm:t>
    </dgm:pt>
    <dgm:pt modelId="{91950B21-D3BF-4585-8653-BDDAA8099B48}" type="parTrans" cxnId="{EEFBE307-1C9F-4584-BA17-28971D9904B2}">
      <dgm:prSet/>
      <dgm:spPr/>
      <dgm:t>
        <a:bodyPr/>
        <a:lstStyle/>
        <a:p>
          <a:endParaRPr lang="en-US"/>
        </a:p>
      </dgm:t>
    </dgm:pt>
    <dgm:pt modelId="{2680AB7C-7D49-42EF-BEEC-AB3B250724A7}" type="sibTrans" cxnId="{EEFBE307-1C9F-4584-BA17-28971D9904B2}">
      <dgm:prSet/>
      <dgm:spPr/>
      <dgm:t>
        <a:bodyPr/>
        <a:lstStyle/>
        <a:p>
          <a:endParaRPr lang="en-US"/>
        </a:p>
      </dgm:t>
    </dgm:pt>
    <dgm:pt modelId="{AF48862F-B638-4654-B34D-E337105717C5}">
      <dgm:prSet/>
      <dgm:spPr/>
      <dgm:t>
        <a:bodyPr/>
        <a:lstStyle/>
        <a:p>
          <a:r>
            <a:rPr lang="en-US"/>
            <a:t>Features are carefully selected and engineered to maximize predictive power. </a:t>
          </a:r>
        </a:p>
      </dgm:t>
    </dgm:pt>
    <dgm:pt modelId="{F9674F21-7A59-483C-92A2-AE6455CB9C4A}" type="parTrans" cxnId="{747B0EFF-7602-452A-9355-9AD55FCF9857}">
      <dgm:prSet/>
      <dgm:spPr/>
      <dgm:t>
        <a:bodyPr/>
        <a:lstStyle/>
        <a:p>
          <a:endParaRPr lang="en-US"/>
        </a:p>
      </dgm:t>
    </dgm:pt>
    <dgm:pt modelId="{23A66636-A0A4-43D5-8D23-57AEE72604B0}" type="sibTrans" cxnId="{747B0EFF-7602-452A-9355-9AD55FCF9857}">
      <dgm:prSet/>
      <dgm:spPr/>
      <dgm:t>
        <a:bodyPr/>
        <a:lstStyle/>
        <a:p>
          <a:endParaRPr lang="en-US"/>
        </a:p>
      </dgm:t>
    </dgm:pt>
    <dgm:pt modelId="{81E4C07C-50E5-4114-9367-9B9CC71A1B62}">
      <dgm:prSet/>
      <dgm:spPr/>
      <dgm:t>
        <a:bodyPr/>
        <a:lstStyle/>
        <a:p>
          <a:r>
            <a:rPr lang="en-US"/>
            <a:t>Normalization techniques ensure uniformity across diverse datasets. Outliers and noise are addressed to prevent misinterpretation. </a:t>
          </a:r>
        </a:p>
      </dgm:t>
    </dgm:pt>
    <dgm:pt modelId="{2CF333D6-F48B-4E69-B0E9-69F4881AA238}" type="parTrans" cxnId="{68481C3B-A666-490D-BB17-3F096458D872}">
      <dgm:prSet/>
      <dgm:spPr/>
      <dgm:t>
        <a:bodyPr/>
        <a:lstStyle/>
        <a:p>
          <a:endParaRPr lang="en-US"/>
        </a:p>
      </dgm:t>
    </dgm:pt>
    <dgm:pt modelId="{0B58D6CF-419F-409A-92C5-83C8E6F57FB8}" type="sibTrans" cxnId="{68481C3B-A666-490D-BB17-3F096458D872}">
      <dgm:prSet/>
      <dgm:spPr/>
      <dgm:t>
        <a:bodyPr/>
        <a:lstStyle/>
        <a:p>
          <a:endParaRPr lang="en-US"/>
        </a:p>
      </dgm:t>
    </dgm:pt>
    <dgm:pt modelId="{CDE245A5-0EEA-4F02-A40A-008CD6B7E481}" type="pres">
      <dgm:prSet presAssocID="{3BB2427A-1C38-4B29-B0D7-C9B69DDC0DB2}" presName="matrix" presStyleCnt="0">
        <dgm:presLayoutVars>
          <dgm:chMax val="1"/>
          <dgm:dir/>
          <dgm:resizeHandles val="exact"/>
        </dgm:presLayoutVars>
      </dgm:prSet>
      <dgm:spPr/>
    </dgm:pt>
    <dgm:pt modelId="{1284C9D6-8A1A-4EDF-A780-C214B438794F}" type="pres">
      <dgm:prSet presAssocID="{3BB2427A-1C38-4B29-B0D7-C9B69DDC0DB2}" presName="diamond" presStyleLbl="bgShp" presStyleIdx="0" presStyleCnt="1"/>
      <dgm:spPr/>
    </dgm:pt>
    <dgm:pt modelId="{9C87ED52-9679-4558-AB9E-E2993D1E4609}" type="pres">
      <dgm:prSet presAssocID="{3BB2427A-1C38-4B29-B0D7-C9B69DDC0DB2}" presName="quad1" presStyleLbl="node1" presStyleIdx="0" presStyleCnt="4">
        <dgm:presLayoutVars>
          <dgm:chMax val="0"/>
          <dgm:chPref val="0"/>
          <dgm:bulletEnabled val="1"/>
        </dgm:presLayoutVars>
      </dgm:prSet>
      <dgm:spPr/>
    </dgm:pt>
    <dgm:pt modelId="{FFB9EFEA-E3E5-403A-9192-2DD6B0DC7BE9}" type="pres">
      <dgm:prSet presAssocID="{3BB2427A-1C38-4B29-B0D7-C9B69DDC0DB2}" presName="quad2" presStyleLbl="node1" presStyleIdx="1" presStyleCnt="4">
        <dgm:presLayoutVars>
          <dgm:chMax val="0"/>
          <dgm:chPref val="0"/>
          <dgm:bulletEnabled val="1"/>
        </dgm:presLayoutVars>
      </dgm:prSet>
      <dgm:spPr/>
    </dgm:pt>
    <dgm:pt modelId="{4B61C87E-64EF-4550-BD07-5C627AFEF68E}" type="pres">
      <dgm:prSet presAssocID="{3BB2427A-1C38-4B29-B0D7-C9B69DDC0DB2}" presName="quad3" presStyleLbl="node1" presStyleIdx="2" presStyleCnt="4">
        <dgm:presLayoutVars>
          <dgm:chMax val="0"/>
          <dgm:chPref val="0"/>
          <dgm:bulletEnabled val="1"/>
        </dgm:presLayoutVars>
      </dgm:prSet>
      <dgm:spPr/>
    </dgm:pt>
    <dgm:pt modelId="{043B599F-6A14-48D0-BF88-558D02204D9C}" type="pres">
      <dgm:prSet presAssocID="{3BB2427A-1C38-4B29-B0D7-C9B69DDC0DB2}" presName="quad4" presStyleLbl="node1" presStyleIdx="3" presStyleCnt="4">
        <dgm:presLayoutVars>
          <dgm:chMax val="0"/>
          <dgm:chPref val="0"/>
          <dgm:bulletEnabled val="1"/>
        </dgm:presLayoutVars>
      </dgm:prSet>
      <dgm:spPr/>
    </dgm:pt>
  </dgm:ptLst>
  <dgm:cxnLst>
    <dgm:cxn modelId="{EEFBE307-1C9F-4584-BA17-28971D9904B2}" srcId="{3BB2427A-1C38-4B29-B0D7-C9B69DDC0DB2}" destId="{9B0FDF3C-CD8D-490A-8A06-F5A758FA4B6A}" srcOrd="1" destOrd="0" parTransId="{91950B21-D3BF-4585-8653-BDDAA8099B48}" sibTransId="{2680AB7C-7D49-42EF-BEEC-AB3B250724A7}"/>
    <dgm:cxn modelId="{0A9BA121-AB1F-4BE8-A44B-8F0403B23407}" type="presOf" srcId="{D359731D-4387-478E-A4C9-761FA53DB58C}" destId="{9C87ED52-9679-4558-AB9E-E2993D1E4609}" srcOrd="0" destOrd="0" presId="urn:microsoft.com/office/officeart/2005/8/layout/matrix3"/>
    <dgm:cxn modelId="{47DBCF30-C5DC-4658-BAF3-1A06B9E1E223}" type="presOf" srcId="{81E4C07C-50E5-4114-9367-9B9CC71A1B62}" destId="{043B599F-6A14-48D0-BF88-558D02204D9C}" srcOrd="0" destOrd="0" presId="urn:microsoft.com/office/officeart/2005/8/layout/matrix3"/>
    <dgm:cxn modelId="{68481C3B-A666-490D-BB17-3F096458D872}" srcId="{3BB2427A-1C38-4B29-B0D7-C9B69DDC0DB2}" destId="{81E4C07C-50E5-4114-9367-9B9CC71A1B62}" srcOrd="3" destOrd="0" parTransId="{2CF333D6-F48B-4E69-B0E9-69F4881AA238}" sibTransId="{0B58D6CF-419F-409A-92C5-83C8E6F57FB8}"/>
    <dgm:cxn modelId="{89442B8E-2C0B-4BA3-AB86-F359BD8EF136}" type="presOf" srcId="{9B0FDF3C-CD8D-490A-8A06-F5A758FA4B6A}" destId="{FFB9EFEA-E3E5-403A-9192-2DD6B0DC7BE9}" srcOrd="0" destOrd="0" presId="urn:microsoft.com/office/officeart/2005/8/layout/matrix3"/>
    <dgm:cxn modelId="{8A8E1AD9-1310-49F3-B407-8384DE2A2C11}" type="presOf" srcId="{AF48862F-B638-4654-B34D-E337105717C5}" destId="{4B61C87E-64EF-4550-BD07-5C627AFEF68E}" srcOrd="0" destOrd="0" presId="urn:microsoft.com/office/officeart/2005/8/layout/matrix3"/>
    <dgm:cxn modelId="{149F8FE5-6D84-4112-8E3E-B7CFE546AE44}" type="presOf" srcId="{3BB2427A-1C38-4B29-B0D7-C9B69DDC0DB2}" destId="{CDE245A5-0EEA-4F02-A40A-008CD6B7E481}" srcOrd="0" destOrd="0" presId="urn:microsoft.com/office/officeart/2005/8/layout/matrix3"/>
    <dgm:cxn modelId="{8E3AB6E8-9929-41B8-80EA-AFB666A33A69}" srcId="{3BB2427A-1C38-4B29-B0D7-C9B69DDC0DB2}" destId="{D359731D-4387-478E-A4C9-761FA53DB58C}" srcOrd="0" destOrd="0" parTransId="{EDBF701B-07AE-4E43-BE2D-EFDDBF656FBC}" sibTransId="{B50C4CC8-F032-448C-BA59-BA091F46462B}"/>
    <dgm:cxn modelId="{747B0EFF-7602-452A-9355-9AD55FCF9857}" srcId="{3BB2427A-1C38-4B29-B0D7-C9B69DDC0DB2}" destId="{AF48862F-B638-4654-B34D-E337105717C5}" srcOrd="2" destOrd="0" parTransId="{F9674F21-7A59-483C-92A2-AE6455CB9C4A}" sibTransId="{23A66636-A0A4-43D5-8D23-57AEE72604B0}"/>
    <dgm:cxn modelId="{42D180FA-E748-45FC-8F12-E40F5CFBCFDE}" type="presParOf" srcId="{CDE245A5-0EEA-4F02-A40A-008CD6B7E481}" destId="{1284C9D6-8A1A-4EDF-A780-C214B438794F}" srcOrd="0" destOrd="0" presId="urn:microsoft.com/office/officeart/2005/8/layout/matrix3"/>
    <dgm:cxn modelId="{23B0E682-601D-4BF0-9DB5-E7FC884E867C}" type="presParOf" srcId="{CDE245A5-0EEA-4F02-A40A-008CD6B7E481}" destId="{9C87ED52-9679-4558-AB9E-E2993D1E4609}" srcOrd="1" destOrd="0" presId="urn:microsoft.com/office/officeart/2005/8/layout/matrix3"/>
    <dgm:cxn modelId="{8001AED0-6697-4585-A549-48B2D4A13AD4}" type="presParOf" srcId="{CDE245A5-0EEA-4F02-A40A-008CD6B7E481}" destId="{FFB9EFEA-E3E5-403A-9192-2DD6B0DC7BE9}" srcOrd="2" destOrd="0" presId="urn:microsoft.com/office/officeart/2005/8/layout/matrix3"/>
    <dgm:cxn modelId="{20B7E247-E35E-44CC-8F62-196D433628F4}" type="presParOf" srcId="{CDE245A5-0EEA-4F02-A40A-008CD6B7E481}" destId="{4B61C87E-64EF-4550-BD07-5C627AFEF68E}" srcOrd="3" destOrd="0" presId="urn:microsoft.com/office/officeart/2005/8/layout/matrix3"/>
    <dgm:cxn modelId="{1D123EA0-2F9D-4BAD-8E95-55F65831050A}" type="presParOf" srcId="{CDE245A5-0EEA-4F02-A40A-008CD6B7E481}" destId="{043B599F-6A14-48D0-BF88-558D02204D9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601DA3-FE0B-4569-86A3-A3B1026C6C85}"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A9335BD2-2689-4AE6-BDF1-BA566A37E431}">
      <dgm:prSet/>
      <dgm:spPr/>
      <dgm:t>
        <a:bodyPr/>
        <a:lstStyle/>
        <a:p>
          <a:r>
            <a:rPr lang="en-US" b="1"/>
            <a:t>Random Forest:</a:t>
          </a:r>
          <a:endParaRPr lang="en-US"/>
        </a:p>
      </dgm:t>
    </dgm:pt>
    <dgm:pt modelId="{F783177C-4135-454E-BD84-B33A39B1EC05}" type="parTrans" cxnId="{350B0FE4-2CBC-42B3-BD4D-4625CC72FC81}">
      <dgm:prSet/>
      <dgm:spPr/>
      <dgm:t>
        <a:bodyPr/>
        <a:lstStyle/>
        <a:p>
          <a:endParaRPr lang="en-US"/>
        </a:p>
      </dgm:t>
    </dgm:pt>
    <dgm:pt modelId="{CD9E6E95-C397-491A-91ED-93CBD289D6F2}" type="sibTrans" cxnId="{350B0FE4-2CBC-42B3-BD4D-4625CC72FC81}">
      <dgm:prSet/>
      <dgm:spPr/>
      <dgm:t>
        <a:bodyPr/>
        <a:lstStyle/>
        <a:p>
          <a:endParaRPr lang="en-US"/>
        </a:p>
      </dgm:t>
    </dgm:pt>
    <dgm:pt modelId="{50CD70D1-5BBF-4A86-9774-41497D995B67}">
      <dgm:prSet/>
      <dgm:spPr/>
      <dgm:t>
        <a:bodyPr/>
        <a:lstStyle/>
        <a:p>
          <a:r>
            <a:rPr lang="en-US" b="1"/>
            <a:t>Performance Metric - RMSE:</a:t>
          </a:r>
          <a:endParaRPr lang="en-US"/>
        </a:p>
      </dgm:t>
    </dgm:pt>
    <dgm:pt modelId="{7D99E5AF-435F-4C7F-BE45-B3E2AD262BB3}" type="parTrans" cxnId="{D56E52DB-737C-445B-92D3-B48D0B98A625}">
      <dgm:prSet/>
      <dgm:spPr/>
      <dgm:t>
        <a:bodyPr/>
        <a:lstStyle/>
        <a:p>
          <a:endParaRPr lang="en-US"/>
        </a:p>
      </dgm:t>
    </dgm:pt>
    <dgm:pt modelId="{0153201F-5F21-408C-9E0E-BF33C77B035D}" type="sibTrans" cxnId="{D56E52DB-737C-445B-92D3-B48D0B98A625}">
      <dgm:prSet/>
      <dgm:spPr/>
      <dgm:t>
        <a:bodyPr/>
        <a:lstStyle/>
        <a:p>
          <a:endParaRPr lang="en-US"/>
        </a:p>
      </dgm:t>
    </dgm:pt>
    <dgm:pt modelId="{14E884D5-A803-4F40-9F54-3CDC73F6746F}">
      <dgm:prSet/>
      <dgm:spPr/>
      <dgm:t>
        <a:bodyPr/>
        <a:lstStyle/>
        <a:p>
          <a:r>
            <a:rPr lang="en-US"/>
            <a:t>Notably low RMSE of 0.1550, indicating high predictive accuracy.</a:t>
          </a:r>
        </a:p>
      </dgm:t>
    </dgm:pt>
    <dgm:pt modelId="{C955A858-E8B5-48E6-A948-4FA5F126E38F}" type="parTrans" cxnId="{B74FD015-B01B-4A74-8463-DA2B562906B5}">
      <dgm:prSet/>
      <dgm:spPr/>
      <dgm:t>
        <a:bodyPr/>
        <a:lstStyle/>
        <a:p>
          <a:endParaRPr lang="en-US"/>
        </a:p>
      </dgm:t>
    </dgm:pt>
    <dgm:pt modelId="{FCADBF90-0B51-4B68-AA2F-A0A403F0D9BE}" type="sibTrans" cxnId="{B74FD015-B01B-4A74-8463-DA2B562906B5}">
      <dgm:prSet/>
      <dgm:spPr/>
      <dgm:t>
        <a:bodyPr/>
        <a:lstStyle/>
        <a:p>
          <a:endParaRPr lang="en-US"/>
        </a:p>
      </dgm:t>
    </dgm:pt>
    <dgm:pt modelId="{4A2C5239-EF3A-4D98-A1E1-8DC36E8F054E}">
      <dgm:prSet/>
      <dgm:spPr/>
      <dgm:t>
        <a:bodyPr/>
        <a:lstStyle/>
        <a:p>
          <a:r>
            <a:rPr lang="en-US"/>
            <a:t>Demonstrates effectiveness in capturing complex relationships within agricultural data.</a:t>
          </a:r>
        </a:p>
      </dgm:t>
    </dgm:pt>
    <dgm:pt modelId="{263DB6DD-1A54-4037-9B1C-D0776808331D}" type="parTrans" cxnId="{B344F9CD-5333-4FBC-B010-5F774AC17CEB}">
      <dgm:prSet/>
      <dgm:spPr/>
      <dgm:t>
        <a:bodyPr/>
        <a:lstStyle/>
        <a:p>
          <a:endParaRPr lang="en-US"/>
        </a:p>
      </dgm:t>
    </dgm:pt>
    <dgm:pt modelId="{14D9949C-48E3-44DC-B866-EE7D7F9EA39A}" type="sibTrans" cxnId="{B344F9CD-5333-4FBC-B010-5F774AC17CEB}">
      <dgm:prSet/>
      <dgm:spPr/>
      <dgm:t>
        <a:bodyPr/>
        <a:lstStyle/>
        <a:p>
          <a:endParaRPr lang="en-US"/>
        </a:p>
      </dgm:t>
    </dgm:pt>
    <dgm:pt modelId="{3C853037-CAE3-4E7E-BEBD-3645AAA011D2}">
      <dgm:prSet/>
      <dgm:spPr/>
      <dgm:t>
        <a:bodyPr/>
        <a:lstStyle/>
        <a:p>
          <a:r>
            <a:rPr lang="en-US" b="1"/>
            <a:t>Ensemble Model:</a:t>
          </a:r>
          <a:endParaRPr lang="en-US"/>
        </a:p>
      </dgm:t>
    </dgm:pt>
    <dgm:pt modelId="{8564626E-C8CC-484A-A90B-D762C1B8D3C9}" type="parTrans" cxnId="{092D1B80-C119-490F-970A-C20202442190}">
      <dgm:prSet/>
      <dgm:spPr/>
      <dgm:t>
        <a:bodyPr/>
        <a:lstStyle/>
        <a:p>
          <a:endParaRPr lang="en-US"/>
        </a:p>
      </dgm:t>
    </dgm:pt>
    <dgm:pt modelId="{3C0F075A-E3D3-4580-876B-68EEF4957E1B}" type="sibTrans" cxnId="{092D1B80-C119-490F-970A-C20202442190}">
      <dgm:prSet/>
      <dgm:spPr/>
      <dgm:t>
        <a:bodyPr/>
        <a:lstStyle/>
        <a:p>
          <a:endParaRPr lang="en-US"/>
        </a:p>
      </dgm:t>
    </dgm:pt>
    <dgm:pt modelId="{B0509C3C-E0D9-4CCA-BF16-81204FF5655B}">
      <dgm:prSet/>
      <dgm:spPr/>
      <dgm:t>
        <a:bodyPr/>
        <a:lstStyle/>
        <a:p>
          <a:r>
            <a:rPr lang="en-US"/>
            <a:t>Utilizes ensemble learning, aggregating multiple decision trees.</a:t>
          </a:r>
        </a:p>
      </dgm:t>
    </dgm:pt>
    <dgm:pt modelId="{AAADD8C5-6FCA-4595-BF37-C924F3B96E04}" type="parTrans" cxnId="{4AC55087-C842-45E7-B7D3-53ABB02A22B7}">
      <dgm:prSet/>
      <dgm:spPr/>
      <dgm:t>
        <a:bodyPr/>
        <a:lstStyle/>
        <a:p>
          <a:endParaRPr lang="en-US"/>
        </a:p>
      </dgm:t>
    </dgm:pt>
    <dgm:pt modelId="{D44B2855-C0FF-4488-8B53-E9D6A3819B96}" type="sibTrans" cxnId="{4AC55087-C842-45E7-B7D3-53ABB02A22B7}">
      <dgm:prSet/>
      <dgm:spPr/>
      <dgm:t>
        <a:bodyPr/>
        <a:lstStyle/>
        <a:p>
          <a:endParaRPr lang="en-US"/>
        </a:p>
      </dgm:t>
    </dgm:pt>
    <dgm:pt modelId="{500B7151-304F-4736-B161-B790A931A9E2}">
      <dgm:prSet/>
      <dgm:spPr/>
      <dgm:t>
        <a:bodyPr/>
        <a:lstStyle/>
        <a:p>
          <a:r>
            <a:rPr lang="en-US"/>
            <a:t>Leverages collective strength to enhance predictive capabilities.</a:t>
          </a:r>
        </a:p>
      </dgm:t>
    </dgm:pt>
    <dgm:pt modelId="{ADA367CC-8F1A-4A63-9465-A089CF41DBC0}" type="parTrans" cxnId="{79625246-BA9A-4FC8-9D17-00D23C7894B6}">
      <dgm:prSet/>
      <dgm:spPr/>
      <dgm:t>
        <a:bodyPr/>
        <a:lstStyle/>
        <a:p>
          <a:endParaRPr lang="en-US"/>
        </a:p>
      </dgm:t>
    </dgm:pt>
    <dgm:pt modelId="{E53EF3C4-DB47-42F9-880B-9C7105C34D83}" type="sibTrans" cxnId="{79625246-BA9A-4FC8-9D17-00D23C7894B6}">
      <dgm:prSet/>
      <dgm:spPr/>
      <dgm:t>
        <a:bodyPr/>
        <a:lstStyle/>
        <a:p>
          <a:endParaRPr lang="en-US"/>
        </a:p>
      </dgm:t>
    </dgm:pt>
    <dgm:pt modelId="{9267C62A-2B55-4616-9F69-8A937C25FF50}">
      <dgm:prSet/>
      <dgm:spPr/>
      <dgm:t>
        <a:bodyPr/>
        <a:lstStyle/>
        <a:p>
          <a:r>
            <a:rPr lang="en-US" b="1"/>
            <a:t>Versatility in Handling Data:</a:t>
          </a:r>
          <a:endParaRPr lang="en-US"/>
        </a:p>
      </dgm:t>
    </dgm:pt>
    <dgm:pt modelId="{97F502F8-1538-42F8-A4FE-64864ADC5E7A}" type="parTrans" cxnId="{8AD00BC2-A2C7-4B5A-8CC2-DADEF6BB2339}">
      <dgm:prSet/>
      <dgm:spPr/>
      <dgm:t>
        <a:bodyPr/>
        <a:lstStyle/>
        <a:p>
          <a:endParaRPr lang="en-US"/>
        </a:p>
      </dgm:t>
    </dgm:pt>
    <dgm:pt modelId="{11A8D182-F845-4A5A-BA04-08E8B6C18577}" type="sibTrans" cxnId="{8AD00BC2-A2C7-4B5A-8CC2-DADEF6BB2339}">
      <dgm:prSet/>
      <dgm:spPr/>
      <dgm:t>
        <a:bodyPr/>
        <a:lstStyle/>
        <a:p>
          <a:endParaRPr lang="en-US"/>
        </a:p>
      </dgm:t>
    </dgm:pt>
    <dgm:pt modelId="{9864C4AC-A6B2-4E13-8136-7CEACF6EF629}">
      <dgm:prSet/>
      <dgm:spPr/>
      <dgm:t>
        <a:bodyPr/>
        <a:lstStyle/>
        <a:p>
          <a:r>
            <a:rPr lang="en-US"/>
            <a:t>Shows versatility in handling diverse variables and potential nonlinear patterns.</a:t>
          </a:r>
        </a:p>
      </dgm:t>
    </dgm:pt>
    <dgm:pt modelId="{C546AB07-7CA1-4897-8027-B7BC16F1D2B4}" type="parTrans" cxnId="{27E93368-F01E-4CF4-8312-C6F66DB4B093}">
      <dgm:prSet/>
      <dgm:spPr/>
      <dgm:t>
        <a:bodyPr/>
        <a:lstStyle/>
        <a:p>
          <a:endParaRPr lang="en-US"/>
        </a:p>
      </dgm:t>
    </dgm:pt>
    <dgm:pt modelId="{9072ECE4-9D57-4F38-A17F-207B0DCB45A0}" type="sibTrans" cxnId="{27E93368-F01E-4CF4-8312-C6F66DB4B093}">
      <dgm:prSet/>
      <dgm:spPr/>
      <dgm:t>
        <a:bodyPr/>
        <a:lstStyle/>
        <a:p>
          <a:endParaRPr lang="en-US"/>
        </a:p>
      </dgm:t>
    </dgm:pt>
    <dgm:pt modelId="{E8224018-B894-4C59-8130-3341FE106249}">
      <dgm:prSet/>
      <dgm:spPr/>
      <dgm:t>
        <a:bodyPr/>
        <a:lstStyle/>
        <a:p>
          <a:r>
            <a:rPr lang="en-US"/>
            <a:t>Highlights Random Forest's adaptability to complex agricultural datasets.</a:t>
          </a:r>
        </a:p>
      </dgm:t>
    </dgm:pt>
    <dgm:pt modelId="{91FE0B65-5024-4CB6-B632-A8DD889B012D}" type="parTrans" cxnId="{9327CD44-62D9-46FD-A277-A72610F1CF8E}">
      <dgm:prSet/>
      <dgm:spPr/>
      <dgm:t>
        <a:bodyPr/>
        <a:lstStyle/>
        <a:p>
          <a:endParaRPr lang="en-US"/>
        </a:p>
      </dgm:t>
    </dgm:pt>
    <dgm:pt modelId="{33CC1A80-8C94-4335-86EB-85BA7BD84129}" type="sibTrans" cxnId="{9327CD44-62D9-46FD-A277-A72610F1CF8E}">
      <dgm:prSet/>
      <dgm:spPr/>
      <dgm:t>
        <a:bodyPr/>
        <a:lstStyle/>
        <a:p>
          <a:endParaRPr lang="en-US"/>
        </a:p>
      </dgm:t>
    </dgm:pt>
    <dgm:pt modelId="{15CAA506-C352-4C0B-8F93-CBA480640327}">
      <dgm:prSet/>
      <dgm:spPr/>
      <dgm:t>
        <a:bodyPr/>
        <a:lstStyle/>
        <a:p>
          <a:r>
            <a:rPr lang="en-US" b="1"/>
            <a:t>GBM (Gradient Boosting Machine):</a:t>
          </a:r>
          <a:endParaRPr lang="en-US"/>
        </a:p>
      </dgm:t>
    </dgm:pt>
    <dgm:pt modelId="{38D72343-A0A3-4F58-B7D8-2F3B315473E4}" type="parTrans" cxnId="{0D11C1F0-92D5-4A64-9106-7857BC9A5721}">
      <dgm:prSet/>
      <dgm:spPr/>
      <dgm:t>
        <a:bodyPr/>
        <a:lstStyle/>
        <a:p>
          <a:endParaRPr lang="en-US"/>
        </a:p>
      </dgm:t>
    </dgm:pt>
    <dgm:pt modelId="{E096A449-B4D3-404C-9676-9904A2EF3378}" type="sibTrans" cxnId="{0D11C1F0-92D5-4A64-9106-7857BC9A5721}">
      <dgm:prSet/>
      <dgm:spPr/>
      <dgm:t>
        <a:bodyPr/>
        <a:lstStyle/>
        <a:p>
          <a:endParaRPr lang="en-US"/>
        </a:p>
      </dgm:t>
    </dgm:pt>
    <dgm:pt modelId="{2BF0D9F8-CEA3-4E36-A007-6EC9270C6DC5}">
      <dgm:prSet/>
      <dgm:spPr/>
      <dgm:t>
        <a:bodyPr/>
        <a:lstStyle/>
        <a:p>
          <a:r>
            <a:rPr lang="en-US" b="1"/>
            <a:t>Performance Metric - RMSE:</a:t>
          </a:r>
          <a:endParaRPr lang="en-US"/>
        </a:p>
      </dgm:t>
    </dgm:pt>
    <dgm:pt modelId="{276CC957-EAB9-4770-9B3F-EBE1EB9C1209}" type="parTrans" cxnId="{76BECF41-FD87-43D9-A5B9-40F7C95462D9}">
      <dgm:prSet/>
      <dgm:spPr/>
      <dgm:t>
        <a:bodyPr/>
        <a:lstStyle/>
        <a:p>
          <a:endParaRPr lang="en-US"/>
        </a:p>
      </dgm:t>
    </dgm:pt>
    <dgm:pt modelId="{10A09B26-BAE0-4C1B-A3AD-1688C2389240}" type="sibTrans" cxnId="{76BECF41-FD87-43D9-A5B9-40F7C95462D9}">
      <dgm:prSet/>
      <dgm:spPr/>
      <dgm:t>
        <a:bodyPr/>
        <a:lstStyle/>
        <a:p>
          <a:endParaRPr lang="en-US"/>
        </a:p>
      </dgm:t>
    </dgm:pt>
    <dgm:pt modelId="{4F3AB624-8D74-4EEB-A340-B2F7DC288473}">
      <dgm:prSet/>
      <dgm:spPr/>
      <dgm:t>
        <a:bodyPr/>
        <a:lstStyle/>
        <a:p>
          <a:r>
            <a:rPr lang="en-US"/>
            <a:t>Achieved an RMSE of 0.4399, indicating robust predictive performance.</a:t>
          </a:r>
        </a:p>
      </dgm:t>
    </dgm:pt>
    <dgm:pt modelId="{41E7F897-F13B-4709-8E67-04E4336259A0}" type="parTrans" cxnId="{F775E55F-77E7-4B10-8CF2-484D790D0100}">
      <dgm:prSet/>
      <dgm:spPr/>
      <dgm:t>
        <a:bodyPr/>
        <a:lstStyle/>
        <a:p>
          <a:endParaRPr lang="en-US"/>
        </a:p>
      </dgm:t>
    </dgm:pt>
    <dgm:pt modelId="{90AB0C18-7271-4A66-BAE9-8D98FFB00D61}" type="sibTrans" cxnId="{F775E55F-77E7-4B10-8CF2-484D790D0100}">
      <dgm:prSet/>
      <dgm:spPr/>
      <dgm:t>
        <a:bodyPr/>
        <a:lstStyle/>
        <a:p>
          <a:endParaRPr lang="en-US"/>
        </a:p>
      </dgm:t>
    </dgm:pt>
    <dgm:pt modelId="{E2BA9FE2-12F4-4A71-9FCF-70FB1D3F7D47}">
      <dgm:prSet/>
      <dgm:spPr/>
      <dgm:t>
        <a:bodyPr/>
        <a:lstStyle/>
        <a:p>
          <a:r>
            <a:rPr lang="en-US"/>
            <a:t>Sequentially builds decision trees, correcting errors from previous models.</a:t>
          </a:r>
        </a:p>
      </dgm:t>
    </dgm:pt>
    <dgm:pt modelId="{0CC4E526-D12F-4316-ABB8-4A6F9C0BFA48}" type="parTrans" cxnId="{CFB3A354-077F-4B01-BFD7-1DE87D48D8C3}">
      <dgm:prSet/>
      <dgm:spPr/>
      <dgm:t>
        <a:bodyPr/>
        <a:lstStyle/>
        <a:p>
          <a:endParaRPr lang="en-US"/>
        </a:p>
      </dgm:t>
    </dgm:pt>
    <dgm:pt modelId="{3879F131-A786-4FEF-AAC7-375A02DD0AB9}" type="sibTrans" cxnId="{CFB3A354-077F-4B01-BFD7-1DE87D48D8C3}">
      <dgm:prSet/>
      <dgm:spPr/>
      <dgm:t>
        <a:bodyPr/>
        <a:lstStyle/>
        <a:p>
          <a:endParaRPr lang="en-US"/>
        </a:p>
      </dgm:t>
    </dgm:pt>
    <dgm:pt modelId="{D47CB1DC-9092-45FD-8258-9A9A260349E7}">
      <dgm:prSet/>
      <dgm:spPr/>
      <dgm:t>
        <a:bodyPr/>
        <a:lstStyle/>
        <a:p>
          <a:r>
            <a:rPr lang="en-US" b="1"/>
            <a:t>Ensemble Learning Method:</a:t>
          </a:r>
          <a:endParaRPr lang="en-US"/>
        </a:p>
      </dgm:t>
    </dgm:pt>
    <dgm:pt modelId="{8D22C6AB-A399-44F9-9A85-7F764CD0D5CE}" type="parTrans" cxnId="{E1727CD0-DBAA-4C4D-A1DC-680F81D2F666}">
      <dgm:prSet/>
      <dgm:spPr/>
      <dgm:t>
        <a:bodyPr/>
        <a:lstStyle/>
        <a:p>
          <a:endParaRPr lang="en-US"/>
        </a:p>
      </dgm:t>
    </dgm:pt>
    <dgm:pt modelId="{26A6C9CA-6432-4102-9CBA-A382E9D19428}" type="sibTrans" cxnId="{E1727CD0-DBAA-4C4D-A1DC-680F81D2F666}">
      <dgm:prSet/>
      <dgm:spPr/>
      <dgm:t>
        <a:bodyPr/>
        <a:lstStyle/>
        <a:p>
          <a:endParaRPr lang="en-US"/>
        </a:p>
      </dgm:t>
    </dgm:pt>
    <dgm:pt modelId="{076A41B2-8998-4467-88D8-7CBBF8E023AB}">
      <dgm:prSet/>
      <dgm:spPr/>
      <dgm:t>
        <a:bodyPr/>
        <a:lstStyle/>
        <a:p>
          <a:r>
            <a:rPr lang="en-US"/>
            <a:t>Similar to Random Forest, GBM is an ensemble learning method.</a:t>
          </a:r>
        </a:p>
      </dgm:t>
    </dgm:pt>
    <dgm:pt modelId="{D1819118-8881-4D8F-B996-BFF1077E4CF8}" type="parTrans" cxnId="{CDA2946E-B4AD-493F-8A79-73D185970211}">
      <dgm:prSet/>
      <dgm:spPr/>
      <dgm:t>
        <a:bodyPr/>
        <a:lstStyle/>
        <a:p>
          <a:endParaRPr lang="en-US"/>
        </a:p>
      </dgm:t>
    </dgm:pt>
    <dgm:pt modelId="{8F962F87-1A1F-4CD6-A000-CCB5E858B586}" type="sibTrans" cxnId="{CDA2946E-B4AD-493F-8A79-73D185970211}">
      <dgm:prSet/>
      <dgm:spPr/>
      <dgm:t>
        <a:bodyPr/>
        <a:lstStyle/>
        <a:p>
          <a:endParaRPr lang="en-US"/>
        </a:p>
      </dgm:t>
    </dgm:pt>
    <dgm:pt modelId="{50C0459D-FBA8-4BC4-9349-BE467195F0EA}">
      <dgm:prSet/>
      <dgm:spPr/>
      <dgm:t>
        <a:bodyPr/>
        <a:lstStyle/>
        <a:p>
          <a:r>
            <a:rPr lang="en-US"/>
            <a:t>Excels in capturing intricate relationships and patterns within agricultural data.</a:t>
          </a:r>
        </a:p>
      </dgm:t>
    </dgm:pt>
    <dgm:pt modelId="{E4EB37F2-6142-44E1-A8ED-C945C2B813AC}" type="parTrans" cxnId="{408165F4-6C0F-4446-94FC-293E77128097}">
      <dgm:prSet/>
      <dgm:spPr/>
      <dgm:t>
        <a:bodyPr/>
        <a:lstStyle/>
        <a:p>
          <a:endParaRPr lang="en-US"/>
        </a:p>
      </dgm:t>
    </dgm:pt>
    <dgm:pt modelId="{8D9B111F-132B-47CA-90C7-7A5A32309F05}" type="sibTrans" cxnId="{408165F4-6C0F-4446-94FC-293E77128097}">
      <dgm:prSet/>
      <dgm:spPr/>
      <dgm:t>
        <a:bodyPr/>
        <a:lstStyle/>
        <a:p>
          <a:endParaRPr lang="en-US"/>
        </a:p>
      </dgm:t>
    </dgm:pt>
    <dgm:pt modelId="{DB90D6AE-26FC-4D51-A3AC-07656E26973E}">
      <dgm:prSet/>
      <dgm:spPr/>
      <dgm:t>
        <a:bodyPr/>
        <a:lstStyle/>
        <a:p>
          <a:r>
            <a:rPr lang="en-US" b="1"/>
            <a:t>Handling Complex Nonlinearities:</a:t>
          </a:r>
          <a:endParaRPr lang="en-US"/>
        </a:p>
      </dgm:t>
    </dgm:pt>
    <dgm:pt modelId="{9FFC44BC-3B6A-4980-8860-998CBB998CAA}" type="parTrans" cxnId="{820145FE-F4A5-44D0-BDCB-2E7958777089}">
      <dgm:prSet/>
      <dgm:spPr/>
      <dgm:t>
        <a:bodyPr/>
        <a:lstStyle/>
        <a:p>
          <a:endParaRPr lang="en-US"/>
        </a:p>
      </dgm:t>
    </dgm:pt>
    <dgm:pt modelId="{BF53D9E8-8FEB-4110-98F9-9B075923E87D}" type="sibTrans" cxnId="{820145FE-F4A5-44D0-BDCB-2E7958777089}">
      <dgm:prSet/>
      <dgm:spPr/>
      <dgm:t>
        <a:bodyPr/>
        <a:lstStyle/>
        <a:p>
          <a:endParaRPr lang="en-US"/>
        </a:p>
      </dgm:t>
    </dgm:pt>
    <dgm:pt modelId="{1C4FB3C6-E2B5-4D56-9D3F-A65EC08BC98B}">
      <dgm:prSet/>
      <dgm:spPr/>
      <dgm:t>
        <a:bodyPr/>
        <a:lstStyle/>
        <a:p>
          <a:r>
            <a:rPr lang="en-US"/>
            <a:t>Lower RMSE suggests proficiency in handling complex nonlinearities.</a:t>
          </a:r>
        </a:p>
      </dgm:t>
    </dgm:pt>
    <dgm:pt modelId="{867CD732-E15E-42B6-B47F-3ABEEB27EA1A}" type="parTrans" cxnId="{5D436DC1-F4B5-42A2-AB50-2C7F64384113}">
      <dgm:prSet/>
      <dgm:spPr/>
      <dgm:t>
        <a:bodyPr/>
        <a:lstStyle/>
        <a:p>
          <a:endParaRPr lang="en-US"/>
        </a:p>
      </dgm:t>
    </dgm:pt>
    <dgm:pt modelId="{C02EC67B-6196-4023-898C-9C2F1781780E}" type="sibTrans" cxnId="{5D436DC1-F4B5-42A2-AB50-2C7F64384113}">
      <dgm:prSet/>
      <dgm:spPr/>
      <dgm:t>
        <a:bodyPr/>
        <a:lstStyle/>
        <a:p>
          <a:endParaRPr lang="en-US"/>
        </a:p>
      </dgm:t>
    </dgm:pt>
    <dgm:pt modelId="{5EF21B85-5C9E-4EC9-858A-FCC33B664A8A}">
      <dgm:prSet/>
      <dgm:spPr/>
      <dgm:t>
        <a:bodyPr/>
        <a:lstStyle/>
        <a:p>
          <a:r>
            <a:rPr lang="en-US"/>
            <a:t>GBM's effectiveness in crop yield prediction is attributed to its corrective learning approach.</a:t>
          </a:r>
        </a:p>
      </dgm:t>
    </dgm:pt>
    <dgm:pt modelId="{A3419843-52E5-4E40-BB7E-03869995A326}" type="parTrans" cxnId="{745AF3D5-747C-4DC4-829F-84C2B4478DDF}">
      <dgm:prSet/>
      <dgm:spPr/>
      <dgm:t>
        <a:bodyPr/>
        <a:lstStyle/>
        <a:p>
          <a:endParaRPr lang="en-US"/>
        </a:p>
      </dgm:t>
    </dgm:pt>
    <dgm:pt modelId="{F82BACA6-C0FF-4AB4-9ED2-02E955752859}" type="sibTrans" cxnId="{745AF3D5-747C-4DC4-829F-84C2B4478DDF}">
      <dgm:prSet/>
      <dgm:spPr/>
      <dgm:t>
        <a:bodyPr/>
        <a:lstStyle/>
        <a:p>
          <a:endParaRPr lang="en-US"/>
        </a:p>
      </dgm:t>
    </dgm:pt>
    <dgm:pt modelId="{980DB356-0C36-4B20-BF35-AAC3E5F4553B}" type="pres">
      <dgm:prSet presAssocID="{4A601DA3-FE0B-4569-86A3-A3B1026C6C85}" presName="linear" presStyleCnt="0">
        <dgm:presLayoutVars>
          <dgm:dir/>
          <dgm:animLvl val="lvl"/>
          <dgm:resizeHandles val="exact"/>
        </dgm:presLayoutVars>
      </dgm:prSet>
      <dgm:spPr/>
    </dgm:pt>
    <dgm:pt modelId="{EEFAC654-3081-43C5-BDFD-E4C01C39B790}" type="pres">
      <dgm:prSet presAssocID="{A9335BD2-2689-4AE6-BDF1-BA566A37E431}" presName="parentLin" presStyleCnt="0"/>
      <dgm:spPr/>
    </dgm:pt>
    <dgm:pt modelId="{6A0311F8-A8EB-401A-A1B5-A323A5C13148}" type="pres">
      <dgm:prSet presAssocID="{A9335BD2-2689-4AE6-BDF1-BA566A37E431}" presName="parentLeftMargin" presStyleLbl="node1" presStyleIdx="0" presStyleCnt="7"/>
      <dgm:spPr/>
    </dgm:pt>
    <dgm:pt modelId="{F9266B0D-BEF4-4B90-AE39-AB1C814491F0}" type="pres">
      <dgm:prSet presAssocID="{A9335BD2-2689-4AE6-BDF1-BA566A37E431}" presName="parentText" presStyleLbl="node1" presStyleIdx="0" presStyleCnt="7">
        <dgm:presLayoutVars>
          <dgm:chMax val="0"/>
          <dgm:bulletEnabled val="1"/>
        </dgm:presLayoutVars>
      </dgm:prSet>
      <dgm:spPr/>
    </dgm:pt>
    <dgm:pt modelId="{C3EF634F-412E-4BA6-88D6-7C2EBB2C41A4}" type="pres">
      <dgm:prSet presAssocID="{A9335BD2-2689-4AE6-BDF1-BA566A37E431}" presName="negativeSpace" presStyleCnt="0"/>
      <dgm:spPr/>
    </dgm:pt>
    <dgm:pt modelId="{1B57C809-841F-4F7A-AB72-2E71DB051DD0}" type="pres">
      <dgm:prSet presAssocID="{A9335BD2-2689-4AE6-BDF1-BA566A37E431}" presName="childText" presStyleLbl="conFgAcc1" presStyleIdx="0" presStyleCnt="7">
        <dgm:presLayoutVars>
          <dgm:bulletEnabled val="1"/>
        </dgm:presLayoutVars>
      </dgm:prSet>
      <dgm:spPr/>
    </dgm:pt>
    <dgm:pt modelId="{CD677F72-B0A2-4AFD-A48F-408AEF67FB9B}" type="pres">
      <dgm:prSet presAssocID="{CD9E6E95-C397-491A-91ED-93CBD289D6F2}" presName="spaceBetweenRectangles" presStyleCnt="0"/>
      <dgm:spPr/>
    </dgm:pt>
    <dgm:pt modelId="{4D28E1E7-5C04-4FEF-91DE-2556499236C4}" type="pres">
      <dgm:prSet presAssocID="{50CD70D1-5BBF-4A86-9774-41497D995B67}" presName="parentLin" presStyleCnt="0"/>
      <dgm:spPr/>
    </dgm:pt>
    <dgm:pt modelId="{B4EF806B-84F8-4618-ADFC-16319133412F}" type="pres">
      <dgm:prSet presAssocID="{50CD70D1-5BBF-4A86-9774-41497D995B67}" presName="parentLeftMargin" presStyleLbl="node1" presStyleIdx="0" presStyleCnt="7"/>
      <dgm:spPr/>
    </dgm:pt>
    <dgm:pt modelId="{276A38DF-BF39-46C3-9AC8-3D2B0411B1BC}" type="pres">
      <dgm:prSet presAssocID="{50CD70D1-5BBF-4A86-9774-41497D995B67}" presName="parentText" presStyleLbl="node1" presStyleIdx="1" presStyleCnt="7">
        <dgm:presLayoutVars>
          <dgm:chMax val="0"/>
          <dgm:bulletEnabled val="1"/>
        </dgm:presLayoutVars>
      </dgm:prSet>
      <dgm:spPr/>
    </dgm:pt>
    <dgm:pt modelId="{4AC31B55-23D3-4F3A-A5A1-1F0EDC61441F}" type="pres">
      <dgm:prSet presAssocID="{50CD70D1-5BBF-4A86-9774-41497D995B67}" presName="negativeSpace" presStyleCnt="0"/>
      <dgm:spPr/>
    </dgm:pt>
    <dgm:pt modelId="{7F692560-69E8-4B9B-8676-343FA2D7CB4D}" type="pres">
      <dgm:prSet presAssocID="{50CD70D1-5BBF-4A86-9774-41497D995B67}" presName="childText" presStyleLbl="conFgAcc1" presStyleIdx="1" presStyleCnt="7">
        <dgm:presLayoutVars>
          <dgm:bulletEnabled val="1"/>
        </dgm:presLayoutVars>
      </dgm:prSet>
      <dgm:spPr/>
    </dgm:pt>
    <dgm:pt modelId="{87A38B8F-EF73-43D1-9421-53BE03D772F5}" type="pres">
      <dgm:prSet presAssocID="{0153201F-5F21-408C-9E0E-BF33C77B035D}" presName="spaceBetweenRectangles" presStyleCnt="0"/>
      <dgm:spPr/>
    </dgm:pt>
    <dgm:pt modelId="{6FF1D97D-7173-4373-BD66-1D7319B685BA}" type="pres">
      <dgm:prSet presAssocID="{3C853037-CAE3-4E7E-BEBD-3645AAA011D2}" presName="parentLin" presStyleCnt="0"/>
      <dgm:spPr/>
    </dgm:pt>
    <dgm:pt modelId="{B07DD81C-A04B-4E7D-926A-8373EB0394FF}" type="pres">
      <dgm:prSet presAssocID="{3C853037-CAE3-4E7E-BEBD-3645AAA011D2}" presName="parentLeftMargin" presStyleLbl="node1" presStyleIdx="1" presStyleCnt="7"/>
      <dgm:spPr/>
    </dgm:pt>
    <dgm:pt modelId="{D3125F01-E04C-4633-9FAC-53C85D4A4CD6}" type="pres">
      <dgm:prSet presAssocID="{3C853037-CAE3-4E7E-BEBD-3645AAA011D2}" presName="parentText" presStyleLbl="node1" presStyleIdx="2" presStyleCnt="7">
        <dgm:presLayoutVars>
          <dgm:chMax val="0"/>
          <dgm:bulletEnabled val="1"/>
        </dgm:presLayoutVars>
      </dgm:prSet>
      <dgm:spPr/>
    </dgm:pt>
    <dgm:pt modelId="{5B1B75CC-FDCD-459F-BCF4-A817773DE8DF}" type="pres">
      <dgm:prSet presAssocID="{3C853037-CAE3-4E7E-BEBD-3645AAA011D2}" presName="negativeSpace" presStyleCnt="0"/>
      <dgm:spPr/>
    </dgm:pt>
    <dgm:pt modelId="{39C64E78-DEDC-4742-B855-828FA1428992}" type="pres">
      <dgm:prSet presAssocID="{3C853037-CAE3-4E7E-BEBD-3645AAA011D2}" presName="childText" presStyleLbl="conFgAcc1" presStyleIdx="2" presStyleCnt="7">
        <dgm:presLayoutVars>
          <dgm:bulletEnabled val="1"/>
        </dgm:presLayoutVars>
      </dgm:prSet>
      <dgm:spPr/>
    </dgm:pt>
    <dgm:pt modelId="{2F57FBC9-7F7A-40CD-8E89-AC64000E2609}" type="pres">
      <dgm:prSet presAssocID="{3C0F075A-E3D3-4580-876B-68EEF4957E1B}" presName="spaceBetweenRectangles" presStyleCnt="0"/>
      <dgm:spPr/>
    </dgm:pt>
    <dgm:pt modelId="{48123ECF-877D-4BFB-87D6-3BF37718C9DB}" type="pres">
      <dgm:prSet presAssocID="{9267C62A-2B55-4616-9F69-8A937C25FF50}" presName="parentLin" presStyleCnt="0"/>
      <dgm:spPr/>
    </dgm:pt>
    <dgm:pt modelId="{F1515AAC-6BC5-4183-8958-6346542E25E2}" type="pres">
      <dgm:prSet presAssocID="{9267C62A-2B55-4616-9F69-8A937C25FF50}" presName="parentLeftMargin" presStyleLbl="node1" presStyleIdx="2" presStyleCnt="7"/>
      <dgm:spPr/>
    </dgm:pt>
    <dgm:pt modelId="{9502630A-ED65-4025-B176-C702ABED9812}" type="pres">
      <dgm:prSet presAssocID="{9267C62A-2B55-4616-9F69-8A937C25FF50}" presName="parentText" presStyleLbl="node1" presStyleIdx="3" presStyleCnt="7">
        <dgm:presLayoutVars>
          <dgm:chMax val="0"/>
          <dgm:bulletEnabled val="1"/>
        </dgm:presLayoutVars>
      </dgm:prSet>
      <dgm:spPr/>
    </dgm:pt>
    <dgm:pt modelId="{903B18AD-8B82-4607-9CD7-3B3FA8E08F58}" type="pres">
      <dgm:prSet presAssocID="{9267C62A-2B55-4616-9F69-8A937C25FF50}" presName="negativeSpace" presStyleCnt="0"/>
      <dgm:spPr/>
    </dgm:pt>
    <dgm:pt modelId="{4F5D2BB3-E0E2-4BEB-86D5-78679C3790D7}" type="pres">
      <dgm:prSet presAssocID="{9267C62A-2B55-4616-9F69-8A937C25FF50}" presName="childText" presStyleLbl="conFgAcc1" presStyleIdx="3" presStyleCnt="7">
        <dgm:presLayoutVars>
          <dgm:bulletEnabled val="1"/>
        </dgm:presLayoutVars>
      </dgm:prSet>
      <dgm:spPr/>
    </dgm:pt>
    <dgm:pt modelId="{8C9E9D32-6AEC-4D48-A220-43CE363D0377}" type="pres">
      <dgm:prSet presAssocID="{11A8D182-F845-4A5A-BA04-08E8B6C18577}" presName="spaceBetweenRectangles" presStyleCnt="0"/>
      <dgm:spPr/>
    </dgm:pt>
    <dgm:pt modelId="{A8F2DF70-E166-47F9-ADEB-C0F0F01C7204}" type="pres">
      <dgm:prSet presAssocID="{2BF0D9F8-CEA3-4E36-A007-6EC9270C6DC5}" presName="parentLin" presStyleCnt="0"/>
      <dgm:spPr/>
    </dgm:pt>
    <dgm:pt modelId="{1BFE5A8B-E78D-42CC-9083-5D8FDBE44B94}" type="pres">
      <dgm:prSet presAssocID="{2BF0D9F8-CEA3-4E36-A007-6EC9270C6DC5}" presName="parentLeftMargin" presStyleLbl="node1" presStyleIdx="3" presStyleCnt="7"/>
      <dgm:spPr/>
    </dgm:pt>
    <dgm:pt modelId="{BA87A5FF-AACB-4D62-ADE3-0B0F0ED119CC}" type="pres">
      <dgm:prSet presAssocID="{2BF0D9F8-CEA3-4E36-A007-6EC9270C6DC5}" presName="parentText" presStyleLbl="node1" presStyleIdx="4" presStyleCnt="7">
        <dgm:presLayoutVars>
          <dgm:chMax val="0"/>
          <dgm:bulletEnabled val="1"/>
        </dgm:presLayoutVars>
      </dgm:prSet>
      <dgm:spPr/>
    </dgm:pt>
    <dgm:pt modelId="{891E837B-DD92-4BE2-9290-CAED10E53E3D}" type="pres">
      <dgm:prSet presAssocID="{2BF0D9F8-CEA3-4E36-A007-6EC9270C6DC5}" presName="negativeSpace" presStyleCnt="0"/>
      <dgm:spPr/>
    </dgm:pt>
    <dgm:pt modelId="{BF8A9E5E-31C5-4426-A153-7939C8C0FFAA}" type="pres">
      <dgm:prSet presAssocID="{2BF0D9F8-CEA3-4E36-A007-6EC9270C6DC5}" presName="childText" presStyleLbl="conFgAcc1" presStyleIdx="4" presStyleCnt="7">
        <dgm:presLayoutVars>
          <dgm:bulletEnabled val="1"/>
        </dgm:presLayoutVars>
      </dgm:prSet>
      <dgm:spPr/>
    </dgm:pt>
    <dgm:pt modelId="{2970BA72-3131-4C79-A858-FD0C0BCAC9F4}" type="pres">
      <dgm:prSet presAssocID="{10A09B26-BAE0-4C1B-A3AD-1688C2389240}" presName="spaceBetweenRectangles" presStyleCnt="0"/>
      <dgm:spPr/>
    </dgm:pt>
    <dgm:pt modelId="{4C540F61-93DF-44EC-AB4B-C6FC31CA38A2}" type="pres">
      <dgm:prSet presAssocID="{D47CB1DC-9092-45FD-8258-9A9A260349E7}" presName="parentLin" presStyleCnt="0"/>
      <dgm:spPr/>
    </dgm:pt>
    <dgm:pt modelId="{76448D6F-3384-4E16-A8EA-E9A812956DD9}" type="pres">
      <dgm:prSet presAssocID="{D47CB1DC-9092-45FD-8258-9A9A260349E7}" presName="parentLeftMargin" presStyleLbl="node1" presStyleIdx="4" presStyleCnt="7"/>
      <dgm:spPr/>
    </dgm:pt>
    <dgm:pt modelId="{8A92E1E3-91CB-4824-B964-483E069C8780}" type="pres">
      <dgm:prSet presAssocID="{D47CB1DC-9092-45FD-8258-9A9A260349E7}" presName="parentText" presStyleLbl="node1" presStyleIdx="5" presStyleCnt="7">
        <dgm:presLayoutVars>
          <dgm:chMax val="0"/>
          <dgm:bulletEnabled val="1"/>
        </dgm:presLayoutVars>
      </dgm:prSet>
      <dgm:spPr/>
    </dgm:pt>
    <dgm:pt modelId="{F6657CA1-B4AE-4D69-8992-3C93D309F773}" type="pres">
      <dgm:prSet presAssocID="{D47CB1DC-9092-45FD-8258-9A9A260349E7}" presName="negativeSpace" presStyleCnt="0"/>
      <dgm:spPr/>
    </dgm:pt>
    <dgm:pt modelId="{9ABA0FBC-CCFD-461A-B55B-6232CE14401D}" type="pres">
      <dgm:prSet presAssocID="{D47CB1DC-9092-45FD-8258-9A9A260349E7}" presName="childText" presStyleLbl="conFgAcc1" presStyleIdx="5" presStyleCnt="7">
        <dgm:presLayoutVars>
          <dgm:bulletEnabled val="1"/>
        </dgm:presLayoutVars>
      </dgm:prSet>
      <dgm:spPr/>
    </dgm:pt>
    <dgm:pt modelId="{F67B0C30-9930-4BE8-AAF8-76771836FD4F}" type="pres">
      <dgm:prSet presAssocID="{26A6C9CA-6432-4102-9CBA-A382E9D19428}" presName="spaceBetweenRectangles" presStyleCnt="0"/>
      <dgm:spPr/>
    </dgm:pt>
    <dgm:pt modelId="{B1A5AABE-DB83-4E6F-A940-12EDDC47831C}" type="pres">
      <dgm:prSet presAssocID="{DB90D6AE-26FC-4D51-A3AC-07656E26973E}" presName="parentLin" presStyleCnt="0"/>
      <dgm:spPr/>
    </dgm:pt>
    <dgm:pt modelId="{7AD7C4CE-EB62-404D-99CB-A3E559CF2D2F}" type="pres">
      <dgm:prSet presAssocID="{DB90D6AE-26FC-4D51-A3AC-07656E26973E}" presName="parentLeftMargin" presStyleLbl="node1" presStyleIdx="5" presStyleCnt="7"/>
      <dgm:spPr/>
    </dgm:pt>
    <dgm:pt modelId="{32ED10B5-BDD6-4D71-A3BF-71B0EE111019}" type="pres">
      <dgm:prSet presAssocID="{DB90D6AE-26FC-4D51-A3AC-07656E26973E}" presName="parentText" presStyleLbl="node1" presStyleIdx="6" presStyleCnt="7">
        <dgm:presLayoutVars>
          <dgm:chMax val="0"/>
          <dgm:bulletEnabled val="1"/>
        </dgm:presLayoutVars>
      </dgm:prSet>
      <dgm:spPr/>
    </dgm:pt>
    <dgm:pt modelId="{DB4104F0-3E16-4191-8F33-846FF0552783}" type="pres">
      <dgm:prSet presAssocID="{DB90D6AE-26FC-4D51-A3AC-07656E26973E}" presName="negativeSpace" presStyleCnt="0"/>
      <dgm:spPr/>
    </dgm:pt>
    <dgm:pt modelId="{ACCC645E-4B44-472E-8211-F96824A3D27E}" type="pres">
      <dgm:prSet presAssocID="{DB90D6AE-26FC-4D51-A3AC-07656E26973E}" presName="childText" presStyleLbl="conFgAcc1" presStyleIdx="6" presStyleCnt="7">
        <dgm:presLayoutVars>
          <dgm:bulletEnabled val="1"/>
        </dgm:presLayoutVars>
      </dgm:prSet>
      <dgm:spPr/>
    </dgm:pt>
  </dgm:ptLst>
  <dgm:cxnLst>
    <dgm:cxn modelId="{15FFD40A-C077-499D-9181-E740369A12A7}" type="presOf" srcId="{50CD70D1-5BBF-4A86-9774-41497D995B67}" destId="{276A38DF-BF39-46C3-9AC8-3D2B0411B1BC}" srcOrd="1" destOrd="0" presId="urn:microsoft.com/office/officeart/2005/8/layout/list1"/>
    <dgm:cxn modelId="{A2868E0B-F0D7-4E4D-9F04-8609A3321845}" type="presOf" srcId="{5EF21B85-5C9E-4EC9-858A-FCC33B664A8A}" destId="{ACCC645E-4B44-472E-8211-F96824A3D27E}" srcOrd="0" destOrd="1" presId="urn:microsoft.com/office/officeart/2005/8/layout/list1"/>
    <dgm:cxn modelId="{518C280E-9561-4DD5-9A17-58AD60322D1C}" type="presOf" srcId="{9864C4AC-A6B2-4E13-8136-7CEACF6EF629}" destId="{4F5D2BB3-E0E2-4BEB-86D5-78679C3790D7}" srcOrd="0" destOrd="0" presId="urn:microsoft.com/office/officeart/2005/8/layout/list1"/>
    <dgm:cxn modelId="{DC22E213-B146-460C-A94F-28E41BD5257D}" type="presOf" srcId="{3C853037-CAE3-4E7E-BEBD-3645AAA011D2}" destId="{B07DD81C-A04B-4E7D-926A-8373EB0394FF}" srcOrd="0" destOrd="0" presId="urn:microsoft.com/office/officeart/2005/8/layout/list1"/>
    <dgm:cxn modelId="{F47AC315-14D0-4A37-91BF-2138731FA25B}" type="presOf" srcId="{1C4FB3C6-E2B5-4D56-9D3F-A65EC08BC98B}" destId="{ACCC645E-4B44-472E-8211-F96824A3D27E}" srcOrd="0" destOrd="0" presId="urn:microsoft.com/office/officeart/2005/8/layout/list1"/>
    <dgm:cxn modelId="{B74FD015-B01B-4A74-8463-DA2B562906B5}" srcId="{50CD70D1-5BBF-4A86-9774-41497D995B67}" destId="{14E884D5-A803-4F40-9F54-3CDC73F6746F}" srcOrd="0" destOrd="0" parTransId="{C955A858-E8B5-48E6-A948-4FA5F126E38F}" sibTransId="{FCADBF90-0B51-4B68-AA2F-A0A403F0D9BE}"/>
    <dgm:cxn modelId="{155A9F17-A74A-420C-8B1A-2C2BE66A8C0F}" type="presOf" srcId="{4A601DA3-FE0B-4569-86A3-A3B1026C6C85}" destId="{980DB356-0C36-4B20-BF35-AAC3E5F4553B}" srcOrd="0" destOrd="0" presId="urn:microsoft.com/office/officeart/2005/8/layout/list1"/>
    <dgm:cxn modelId="{CD11CD1F-D50C-446F-9BDA-6BF827AE9DAA}" type="presOf" srcId="{500B7151-304F-4736-B161-B790A931A9E2}" destId="{39C64E78-DEDC-4742-B855-828FA1428992}" srcOrd="0" destOrd="1" presId="urn:microsoft.com/office/officeart/2005/8/layout/list1"/>
    <dgm:cxn modelId="{D730EC2C-222C-408A-89D5-5F1E1B84556F}" type="presOf" srcId="{50C0459D-FBA8-4BC4-9349-BE467195F0EA}" destId="{9ABA0FBC-CCFD-461A-B55B-6232CE14401D}" srcOrd="0" destOrd="1" presId="urn:microsoft.com/office/officeart/2005/8/layout/list1"/>
    <dgm:cxn modelId="{F775E55F-77E7-4B10-8CF2-484D790D0100}" srcId="{2BF0D9F8-CEA3-4E36-A007-6EC9270C6DC5}" destId="{4F3AB624-8D74-4EEB-A340-B2F7DC288473}" srcOrd="0" destOrd="0" parTransId="{41E7F897-F13B-4709-8E67-04E4336259A0}" sibTransId="{90AB0C18-7271-4A66-BAE9-8D98FFB00D61}"/>
    <dgm:cxn modelId="{76BECF41-FD87-43D9-A5B9-40F7C95462D9}" srcId="{4A601DA3-FE0B-4569-86A3-A3B1026C6C85}" destId="{2BF0D9F8-CEA3-4E36-A007-6EC9270C6DC5}" srcOrd="4" destOrd="0" parTransId="{276CC957-EAB9-4770-9B3F-EBE1EB9C1209}" sibTransId="{10A09B26-BAE0-4C1B-A3AD-1688C2389240}"/>
    <dgm:cxn modelId="{9327CD44-62D9-46FD-A277-A72610F1CF8E}" srcId="{9267C62A-2B55-4616-9F69-8A937C25FF50}" destId="{E8224018-B894-4C59-8130-3341FE106249}" srcOrd="1" destOrd="0" parTransId="{91FE0B65-5024-4CB6-B632-A8DD889B012D}" sibTransId="{33CC1A80-8C94-4335-86EB-85BA7BD84129}"/>
    <dgm:cxn modelId="{79625246-BA9A-4FC8-9D17-00D23C7894B6}" srcId="{3C853037-CAE3-4E7E-BEBD-3645AAA011D2}" destId="{500B7151-304F-4736-B161-B790A931A9E2}" srcOrd="1" destOrd="0" parTransId="{ADA367CC-8F1A-4A63-9465-A089CF41DBC0}" sibTransId="{E53EF3C4-DB47-42F9-880B-9C7105C34D83}"/>
    <dgm:cxn modelId="{27E93368-F01E-4CF4-8312-C6F66DB4B093}" srcId="{9267C62A-2B55-4616-9F69-8A937C25FF50}" destId="{9864C4AC-A6B2-4E13-8136-7CEACF6EF629}" srcOrd="0" destOrd="0" parTransId="{C546AB07-7CA1-4897-8027-B7BC16F1D2B4}" sibTransId="{9072ECE4-9D57-4F38-A17F-207B0DCB45A0}"/>
    <dgm:cxn modelId="{CDA2946E-B4AD-493F-8A79-73D185970211}" srcId="{D47CB1DC-9092-45FD-8258-9A9A260349E7}" destId="{076A41B2-8998-4467-88D8-7CBBF8E023AB}" srcOrd="0" destOrd="0" parTransId="{D1819118-8881-4D8F-B996-BFF1077E4CF8}" sibTransId="{8F962F87-1A1F-4CD6-A000-CCB5E858B586}"/>
    <dgm:cxn modelId="{903EA74F-7EAF-4939-925C-A750FD8451D7}" type="presOf" srcId="{50CD70D1-5BBF-4A86-9774-41497D995B67}" destId="{B4EF806B-84F8-4618-ADFC-16319133412F}" srcOrd="0" destOrd="0" presId="urn:microsoft.com/office/officeart/2005/8/layout/list1"/>
    <dgm:cxn modelId="{CFB3A354-077F-4B01-BFD7-1DE87D48D8C3}" srcId="{2BF0D9F8-CEA3-4E36-A007-6EC9270C6DC5}" destId="{E2BA9FE2-12F4-4A71-9FCF-70FB1D3F7D47}" srcOrd="1" destOrd="0" parTransId="{0CC4E526-D12F-4316-ABB8-4A6F9C0BFA48}" sibTransId="{3879F131-A786-4FEF-AAC7-375A02DD0AB9}"/>
    <dgm:cxn modelId="{B7ED3056-07FF-40A8-B116-F6A8C5902E40}" type="presOf" srcId="{D47CB1DC-9092-45FD-8258-9A9A260349E7}" destId="{8A92E1E3-91CB-4824-B964-483E069C8780}" srcOrd="1" destOrd="0" presId="urn:microsoft.com/office/officeart/2005/8/layout/list1"/>
    <dgm:cxn modelId="{092D1B80-C119-490F-970A-C20202442190}" srcId="{4A601DA3-FE0B-4569-86A3-A3B1026C6C85}" destId="{3C853037-CAE3-4E7E-BEBD-3645AAA011D2}" srcOrd="2" destOrd="0" parTransId="{8564626E-C8CC-484A-A90B-D762C1B8D3C9}" sibTransId="{3C0F075A-E3D3-4580-876B-68EEF4957E1B}"/>
    <dgm:cxn modelId="{4AC55087-C842-45E7-B7D3-53ABB02A22B7}" srcId="{3C853037-CAE3-4E7E-BEBD-3645AAA011D2}" destId="{B0509C3C-E0D9-4CCA-BF16-81204FF5655B}" srcOrd="0" destOrd="0" parTransId="{AAADD8C5-6FCA-4595-BF37-C924F3B96E04}" sibTransId="{D44B2855-C0FF-4488-8B53-E9D6A3819B96}"/>
    <dgm:cxn modelId="{7638E88A-3442-4466-B6A9-1B3E1344912C}" type="presOf" srcId="{9267C62A-2B55-4616-9F69-8A937C25FF50}" destId="{F1515AAC-6BC5-4183-8958-6346542E25E2}" srcOrd="0" destOrd="0" presId="urn:microsoft.com/office/officeart/2005/8/layout/list1"/>
    <dgm:cxn modelId="{F669D88D-A78F-4924-B810-E0115B2755E6}" type="presOf" srcId="{14E884D5-A803-4F40-9F54-3CDC73F6746F}" destId="{7F692560-69E8-4B9B-8676-343FA2D7CB4D}" srcOrd="0" destOrd="0" presId="urn:microsoft.com/office/officeart/2005/8/layout/list1"/>
    <dgm:cxn modelId="{F231808E-DF26-4E1D-BE54-1E12C9CF2053}" type="presOf" srcId="{A9335BD2-2689-4AE6-BDF1-BA566A37E431}" destId="{F9266B0D-BEF4-4B90-AE39-AB1C814491F0}" srcOrd="1" destOrd="0" presId="urn:microsoft.com/office/officeart/2005/8/layout/list1"/>
    <dgm:cxn modelId="{90DCE893-510E-4AF6-B7E2-9117D88969C9}" type="presOf" srcId="{4F3AB624-8D74-4EEB-A340-B2F7DC288473}" destId="{BF8A9E5E-31C5-4426-A153-7939C8C0FFAA}" srcOrd="0" destOrd="0" presId="urn:microsoft.com/office/officeart/2005/8/layout/list1"/>
    <dgm:cxn modelId="{677E6196-4BA9-4E1B-BEE9-59D00D0D14AF}" type="presOf" srcId="{DB90D6AE-26FC-4D51-A3AC-07656E26973E}" destId="{32ED10B5-BDD6-4D71-A3BF-71B0EE111019}" srcOrd="1" destOrd="0" presId="urn:microsoft.com/office/officeart/2005/8/layout/list1"/>
    <dgm:cxn modelId="{5D436DC1-F4B5-42A2-AB50-2C7F64384113}" srcId="{DB90D6AE-26FC-4D51-A3AC-07656E26973E}" destId="{1C4FB3C6-E2B5-4D56-9D3F-A65EC08BC98B}" srcOrd="0" destOrd="0" parTransId="{867CD732-E15E-42B6-B47F-3ABEEB27EA1A}" sibTransId="{C02EC67B-6196-4023-898C-9C2F1781780E}"/>
    <dgm:cxn modelId="{6BBC94C1-6E86-4819-9AF1-5AF36C824E47}" type="presOf" srcId="{2BF0D9F8-CEA3-4E36-A007-6EC9270C6DC5}" destId="{1BFE5A8B-E78D-42CC-9083-5D8FDBE44B94}" srcOrd="0" destOrd="0" presId="urn:microsoft.com/office/officeart/2005/8/layout/list1"/>
    <dgm:cxn modelId="{8AD00BC2-A2C7-4B5A-8CC2-DADEF6BB2339}" srcId="{4A601DA3-FE0B-4569-86A3-A3B1026C6C85}" destId="{9267C62A-2B55-4616-9F69-8A937C25FF50}" srcOrd="3" destOrd="0" parTransId="{97F502F8-1538-42F8-A4FE-64864ADC5E7A}" sibTransId="{11A8D182-F845-4A5A-BA04-08E8B6C18577}"/>
    <dgm:cxn modelId="{E5DB63CC-8132-4895-8394-85C75FB711C8}" type="presOf" srcId="{DB90D6AE-26FC-4D51-A3AC-07656E26973E}" destId="{7AD7C4CE-EB62-404D-99CB-A3E559CF2D2F}" srcOrd="0" destOrd="0" presId="urn:microsoft.com/office/officeart/2005/8/layout/list1"/>
    <dgm:cxn modelId="{B344F9CD-5333-4FBC-B010-5F774AC17CEB}" srcId="{50CD70D1-5BBF-4A86-9774-41497D995B67}" destId="{4A2C5239-EF3A-4D98-A1E1-8DC36E8F054E}" srcOrd="1" destOrd="0" parTransId="{263DB6DD-1A54-4037-9B1C-D0776808331D}" sibTransId="{14D9949C-48E3-44DC-B866-EE7D7F9EA39A}"/>
    <dgm:cxn modelId="{3DA2C0CF-0D94-413D-BCB5-FADE69FBF9F8}" type="presOf" srcId="{E8224018-B894-4C59-8130-3341FE106249}" destId="{4F5D2BB3-E0E2-4BEB-86D5-78679C3790D7}" srcOrd="0" destOrd="1" presId="urn:microsoft.com/office/officeart/2005/8/layout/list1"/>
    <dgm:cxn modelId="{0F4F77D0-31FA-4018-B531-456B72210CB5}" type="presOf" srcId="{A9335BD2-2689-4AE6-BDF1-BA566A37E431}" destId="{6A0311F8-A8EB-401A-A1B5-A323A5C13148}" srcOrd="0" destOrd="0" presId="urn:microsoft.com/office/officeart/2005/8/layout/list1"/>
    <dgm:cxn modelId="{E1727CD0-DBAA-4C4D-A1DC-680F81D2F666}" srcId="{4A601DA3-FE0B-4569-86A3-A3B1026C6C85}" destId="{D47CB1DC-9092-45FD-8258-9A9A260349E7}" srcOrd="5" destOrd="0" parTransId="{8D22C6AB-A399-44F9-9A85-7F764CD0D5CE}" sibTransId="{26A6C9CA-6432-4102-9CBA-A382E9D19428}"/>
    <dgm:cxn modelId="{745AF3D5-747C-4DC4-829F-84C2B4478DDF}" srcId="{DB90D6AE-26FC-4D51-A3AC-07656E26973E}" destId="{5EF21B85-5C9E-4EC9-858A-FCC33B664A8A}" srcOrd="1" destOrd="0" parTransId="{A3419843-52E5-4E40-BB7E-03869995A326}" sibTransId="{F82BACA6-C0FF-4AB4-9ED2-02E955752859}"/>
    <dgm:cxn modelId="{D56E52DB-737C-445B-92D3-B48D0B98A625}" srcId="{4A601DA3-FE0B-4569-86A3-A3B1026C6C85}" destId="{50CD70D1-5BBF-4A86-9774-41497D995B67}" srcOrd="1" destOrd="0" parTransId="{7D99E5AF-435F-4C7F-BE45-B3E2AD262BB3}" sibTransId="{0153201F-5F21-408C-9E0E-BF33C77B035D}"/>
    <dgm:cxn modelId="{992D43DF-A462-4216-86D8-898A7FD9EDCD}" type="presOf" srcId="{D47CB1DC-9092-45FD-8258-9A9A260349E7}" destId="{76448D6F-3384-4E16-A8EA-E9A812956DD9}" srcOrd="0" destOrd="0" presId="urn:microsoft.com/office/officeart/2005/8/layout/list1"/>
    <dgm:cxn modelId="{60E766E1-A3F7-4E38-AD62-AF36E01F9418}" type="presOf" srcId="{E2BA9FE2-12F4-4A71-9FCF-70FB1D3F7D47}" destId="{BF8A9E5E-31C5-4426-A153-7939C8C0FFAA}" srcOrd="0" destOrd="1" presId="urn:microsoft.com/office/officeart/2005/8/layout/list1"/>
    <dgm:cxn modelId="{FB7190E2-CAE0-48AA-B27E-15E85DCA7F84}" type="presOf" srcId="{4A2C5239-EF3A-4D98-A1E1-8DC36E8F054E}" destId="{7F692560-69E8-4B9B-8676-343FA2D7CB4D}" srcOrd="0" destOrd="1" presId="urn:microsoft.com/office/officeart/2005/8/layout/list1"/>
    <dgm:cxn modelId="{D69D7EE3-EB34-4599-A066-A9E0D5373E29}" type="presOf" srcId="{2BF0D9F8-CEA3-4E36-A007-6EC9270C6DC5}" destId="{BA87A5FF-AACB-4D62-ADE3-0B0F0ED119CC}" srcOrd="1" destOrd="0" presId="urn:microsoft.com/office/officeart/2005/8/layout/list1"/>
    <dgm:cxn modelId="{350B0FE4-2CBC-42B3-BD4D-4625CC72FC81}" srcId="{4A601DA3-FE0B-4569-86A3-A3B1026C6C85}" destId="{A9335BD2-2689-4AE6-BDF1-BA566A37E431}" srcOrd="0" destOrd="0" parTransId="{F783177C-4135-454E-BD84-B33A39B1EC05}" sibTransId="{CD9E6E95-C397-491A-91ED-93CBD289D6F2}"/>
    <dgm:cxn modelId="{EDDF2EEA-4AA1-4562-9DFA-6AC18A051419}" type="presOf" srcId="{9267C62A-2B55-4616-9F69-8A937C25FF50}" destId="{9502630A-ED65-4025-B176-C702ABED9812}" srcOrd="1" destOrd="0" presId="urn:microsoft.com/office/officeart/2005/8/layout/list1"/>
    <dgm:cxn modelId="{98F7FFEA-1EB2-4424-A917-EE4BDDCC0F7F}" type="presOf" srcId="{15CAA506-C352-4C0B-8F93-CBA480640327}" destId="{4F5D2BB3-E0E2-4BEB-86D5-78679C3790D7}" srcOrd="0" destOrd="2" presId="urn:microsoft.com/office/officeart/2005/8/layout/list1"/>
    <dgm:cxn modelId="{2E1BDAEB-0126-4D04-BE1A-F9A95877D784}" type="presOf" srcId="{076A41B2-8998-4467-88D8-7CBBF8E023AB}" destId="{9ABA0FBC-CCFD-461A-B55B-6232CE14401D}" srcOrd="0" destOrd="0" presId="urn:microsoft.com/office/officeart/2005/8/layout/list1"/>
    <dgm:cxn modelId="{A8A0B9ED-B1FD-4648-8826-0C9C576C7861}" type="presOf" srcId="{B0509C3C-E0D9-4CCA-BF16-81204FF5655B}" destId="{39C64E78-DEDC-4742-B855-828FA1428992}" srcOrd="0" destOrd="0" presId="urn:microsoft.com/office/officeart/2005/8/layout/list1"/>
    <dgm:cxn modelId="{0D11C1F0-92D5-4A64-9106-7857BC9A5721}" srcId="{9267C62A-2B55-4616-9F69-8A937C25FF50}" destId="{15CAA506-C352-4C0B-8F93-CBA480640327}" srcOrd="2" destOrd="0" parTransId="{38D72343-A0A3-4F58-B7D8-2F3B315473E4}" sibTransId="{E096A449-B4D3-404C-9676-9904A2EF3378}"/>
    <dgm:cxn modelId="{408165F4-6C0F-4446-94FC-293E77128097}" srcId="{D47CB1DC-9092-45FD-8258-9A9A260349E7}" destId="{50C0459D-FBA8-4BC4-9349-BE467195F0EA}" srcOrd="1" destOrd="0" parTransId="{E4EB37F2-6142-44E1-A8ED-C945C2B813AC}" sibTransId="{8D9B111F-132B-47CA-90C7-7A5A32309F05}"/>
    <dgm:cxn modelId="{D103A4F5-54F3-4A73-9449-9E9419BC4F1C}" type="presOf" srcId="{3C853037-CAE3-4E7E-BEBD-3645AAA011D2}" destId="{D3125F01-E04C-4633-9FAC-53C85D4A4CD6}" srcOrd="1" destOrd="0" presId="urn:microsoft.com/office/officeart/2005/8/layout/list1"/>
    <dgm:cxn modelId="{820145FE-F4A5-44D0-BDCB-2E7958777089}" srcId="{4A601DA3-FE0B-4569-86A3-A3B1026C6C85}" destId="{DB90D6AE-26FC-4D51-A3AC-07656E26973E}" srcOrd="6" destOrd="0" parTransId="{9FFC44BC-3B6A-4980-8860-998CBB998CAA}" sibTransId="{BF53D9E8-8FEB-4110-98F9-9B075923E87D}"/>
    <dgm:cxn modelId="{A6851ADE-AC77-411C-AEC8-F15E97FD0206}" type="presParOf" srcId="{980DB356-0C36-4B20-BF35-AAC3E5F4553B}" destId="{EEFAC654-3081-43C5-BDFD-E4C01C39B790}" srcOrd="0" destOrd="0" presId="urn:microsoft.com/office/officeart/2005/8/layout/list1"/>
    <dgm:cxn modelId="{7BD08512-740D-4B6E-934D-0DCC49B7DA9C}" type="presParOf" srcId="{EEFAC654-3081-43C5-BDFD-E4C01C39B790}" destId="{6A0311F8-A8EB-401A-A1B5-A323A5C13148}" srcOrd="0" destOrd="0" presId="urn:microsoft.com/office/officeart/2005/8/layout/list1"/>
    <dgm:cxn modelId="{D32EAB15-7110-4D1B-AB40-708ED595AA79}" type="presParOf" srcId="{EEFAC654-3081-43C5-BDFD-E4C01C39B790}" destId="{F9266B0D-BEF4-4B90-AE39-AB1C814491F0}" srcOrd="1" destOrd="0" presId="urn:microsoft.com/office/officeart/2005/8/layout/list1"/>
    <dgm:cxn modelId="{DD1A5AD8-8F03-4A4A-9A8D-23BC2F43F508}" type="presParOf" srcId="{980DB356-0C36-4B20-BF35-AAC3E5F4553B}" destId="{C3EF634F-412E-4BA6-88D6-7C2EBB2C41A4}" srcOrd="1" destOrd="0" presId="urn:microsoft.com/office/officeart/2005/8/layout/list1"/>
    <dgm:cxn modelId="{BD4688AB-A633-4D4C-8AD5-376D1E4A2283}" type="presParOf" srcId="{980DB356-0C36-4B20-BF35-AAC3E5F4553B}" destId="{1B57C809-841F-4F7A-AB72-2E71DB051DD0}" srcOrd="2" destOrd="0" presId="urn:microsoft.com/office/officeart/2005/8/layout/list1"/>
    <dgm:cxn modelId="{A54E4E2C-3842-4ACF-8F4C-4359F2C61358}" type="presParOf" srcId="{980DB356-0C36-4B20-BF35-AAC3E5F4553B}" destId="{CD677F72-B0A2-4AFD-A48F-408AEF67FB9B}" srcOrd="3" destOrd="0" presId="urn:microsoft.com/office/officeart/2005/8/layout/list1"/>
    <dgm:cxn modelId="{5EA7717A-9110-4044-BDD5-06C3251920B8}" type="presParOf" srcId="{980DB356-0C36-4B20-BF35-AAC3E5F4553B}" destId="{4D28E1E7-5C04-4FEF-91DE-2556499236C4}" srcOrd="4" destOrd="0" presId="urn:microsoft.com/office/officeart/2005/8/layout/list1"/>
    <dgm:cxn modelId="{51059EC7-6536-45D0-BA32-AE2774BE6071}" type="presParOf" srcId="{4D28E1E7-5C04-4FEF-91DE-2556499236C4}" destId="{B4EF806B-84F8-4618-ADFC-16319133412F}" srcOrd="0" destOrd="0" presId="urn:microsoft.com/office/officeart/2005/8/layout/list1"/>
    <dgm:cxn modelId="{A588655B-799B-4A4F-812D-BF699508EA0D}" type="presParOf" srcId="{4D28E1E7-5C04-4FEF-91DE-2556499236C4}" destId="{276A38DF-BF39-46C3-9AC8-3D2B0411B1BC}" srcOrd="1" destOrd="0" presId="urn:microsoft.com/office/officeart/2005/8/layout/list1"/>
    <dgm:cxn modelId="{245D9BE5-D453-428F-A0BC-4CCBC98F4913}" type="presParOf" srcId="{980DB356-0C36-4B20-BF35-AAC3E5F4553B}" destId="{4AC31B55-23D3-4F3A-A5A1-1F0EDC61441F}" srcOrd="5" destOrd="0" presId="urn:microsoft.com/office/officeart/2005/8/layout/list1"/>
    <dgm:cxn modelId="{BD0F643D-3DE4-4312-B0F9-47085E0C2D1A}" type="presParOf" srcId="{980DB356-0C36-4B20-BF35-AAC3E5F4553B}" destId="{7F692560-69E8-4B9B-8676-343FA2D7CB4D}" srcOrd="6" destOrd="0" presId="urn:microsoft.com/office/officeart/2005/8/layout/list1"/>
    <dgm:cxn modelId="{F0F86C1A-6F15-49F2-9B80-FA0B98E15A0D}" type="presParOf" srcId="{980DB356-0C36-4B20-BF35-AAC3E5F4553B}" destId="{87A38B8F-EF73-43D1-9421-53BE03D772F5}" srcOrd="7" destOrd="0" presId="urn:microsoft.com/office/officeart/2005/8/layout/list1"/>
    <dgm:cxn modelId="{0DE62377-70D3-433B-91A6-F42D89189FD5}" type="presParOf" srcId="{980DB356-0C36-4B20-BF35-AAC3E5F4553B}" destId="{6FF1D97D-7173-4373-BD66-1D7319B685BA}" srcOrd="8" destOrd="0" presId="urn:microsoft.com/office/officeart/2005/8/layout/list1"/>
    <dgm:cxn modelId="{ECDB4869-D8D3-4447-A88D-72839DDBA31B}" type="presParOf" srcId="{6FF1D97D-7173-4373-BD66-1D7319B685BA}" destId="{B07DD81C-A04B-4E7D-926A-8373EB0394FF}" srcOrd="0" destOrd="0" presId="urn:microsoft.com/office/officeart/2005/8/layout/list1"/>
    <dgm:cxn modelId="{E0E62ECD-3883-46FA-B488-464424F5BFC1}" type="presParOf" srcId="{6FF1D97D-7173-4373-BD66-1D7319B685BA}" destId="{D3125F01-E04C-4633-9FAC-53C85D4A4CD6}" srcOrd="1" destOrd="0" presId="urn:microsoft.com/office/officeart/2005/8/layout/list1"/>
    <dgm:cxn modelId="{540246CD-C791-4245-8C52-62B50D93EF12}" type="presParOf" srcId="{980DB356-0C36-4B20-BF35-AAC3E5F4553B}" destId="{5B1B75CC-FDCD-459F-BCF4-A817773DE8DF}" srcOrd="9" destOrd="0" presId="urn:microsoft.com/office/officeart/2005/8/layout/list1"/>
    <dgm:cxn modelId="{B6CCF08C-79A1-4798-A057-2C3416EE2B9F}" type="presParOf" srcId="{980DB356-0C36-4B20-BF35-AAC3E5F4553B}" destId="{39C64E78-DEDC-4742-B855-828FA1428992}" srcOrd="10" destOrd="0" presId="urn:microsoft.com/office/officeart/2005/8/layout/list1"/>
    <dgm:cxn modelId="{421125CB-6450-4488-8CDC-7E9B26314758}" type="presParOf" srcId="{980DB356-0C36-4B20-BF35-AAC3E5F4553B}" destId="{2F57FBC9-7F7A-40CD-8E89-AC64000E2609}" srcOrd="11" destOrd="0" presId="urn:microsoft.com/office/officeart/2005/8/layout/list1"/>
    <dgm:cxn modelId="{E8AF1F64-7A74-45CC-99E5-1AB2F138C31D}" type="presParOf" srcId="{980DB356-0C36-4B20-BF35-AAC3E5F4553B}" destId="{48123ECF-877D-4BFB-87D6-3BF37718C9DB}" srcOrd="12" destOrd="0" presId="urn:microsoft.com/office/officeart/2005/8/layout/list1"/>
    <dgm:cxn modelId="{6B1F1908-579F-4B44-B7AB-C584738AD6DD}" type="presParOf" srcId="{48123ECF-877D-4BFB-87D6-3BF37718C9DB}" destId="{F1515AAC-6BC5-4183-8958-6346542E25E2}" srcOrd="0" destOrd="0" presId="urn:microsoft.com/office/officeart/2005/8/layout/list1"/>
    <dgm:cxn modelId="{5131A79E-9C0D-45A4-82E9-8FE41DFFC450}" type="presParOf" srcId="{48123ECF-877D-4BFB-87D6-3BF37718C9DB}" destId="{9502630A-ED65-4025-B176-C702ABED9812}" srcOrd="1" destOrd="0" presId="urn:microsoft.com/office/officeart/2005/8/layout/list1"/>
    <dgm:cxn modelId="{E3DDA8D2-64B7-4297-A0CA-80F4400CD4A6}" type="presParOf" srcId="{980DB356-0C36-4B20-BF35-AAC3E5F4553B}" destId="{903B18AD-8B82-4607-9CD7-3B3FA8E08F58}" srcOrd="13" destOrd="0" presId="urn:microsoft.com/office/officeart/2005/8/layout/list1"/>
    <dgm:cxn modelId="{B3D09DD9-25AB-49F3-8A8C-7CEE90F243B4}" type="presParOf" srcId="{980DB356-0C36-4B20-BF35-AAC3E5F4553B}" destId="{4F5D2BB3-E0E2-4BEB-86D5-78679C3790D7}" srcOrd="14" destOrd="0" presId="urn:microsoft.com/office/officeart/2005/8/layout/list1"/>
    <dgm:cxn modelId="{DAC849C0-3FF7-4EB8-83BE-C6CAC3E4EDC2}" type="presParOf" srcId="{980DB356-0C36-4B20-BF35-AAC3E5F4553B}" destId="{8C9E9D32-6AEC-4D48-A220-43CE363D0377}" srcOrd="15" destOrd="0" presId="urn:microsoft.com/office/officeart/2005/8/layout/list1"/>
    <dgm:cxn modelId="{87D216EA-74C4-4C3C-85F9-93556951B018}" type="presParOf" srcId="{980DB356-0C36-4B20-BF35-AAC3E5F4553B}" destId="{A8F2DF70-E166-47F9-ADEB-C0F0F01C7204}" srcOrd="16" destOrd="0" presId="urn:microsoft.com/office/officeart/2005/8/layout/list1"/>
    <dgm:cxn modelId="{0D1DC757-A6B5-4211-91B4-07D29CAE81CF}" type="presParOf" srcId="{A8F2DF70-E166-47F9-ADEB-C0F0F01C7204}" destId="{1BFE5A8B-E78D-42CC-9083-5D8FDBE44B94}" srcOrd="0" destOrd="0" presId="urn:microsoft.com/office/officeart/2005/8/layout/list1"/>
    <dgm:cxn modelId="{C850B931-4417-46CB-B0BA-DC29A6D4435F}" type="presParOf" srcId="{A8F2DF70-E166-47F9-ADEB-C0F0F01C7204}" destId="{BA87A5FF-AACB-4D62-ADE3-0B0F0ED119CC}" srcOrd="1" destOrd="0" presId="urn:microsoft.com/office/officeart/2005/8/layout/list1"/>
    <dgm:cxn modelId="{03FFEAD2-B7C3-44BC-9ADC-784201E10A0E}" type="presParOf" srcId="{980DB356-0C36-4B20-BF35-AAC3E5F4553B}" destId="{891E837B-DD92-4BE2-9290-CAED10E53E3D}" srcOrd="17" destOrd="0" presId="urn:microsoft.com/office/officeart/2005/8/layout/list1"/>
    <dgm:cxn modelId="{B079DABA-2875-4E3E-A88B-655B90F137B9}" type="presParOf" srcId="{980DB356-0C36-4B20-BF35-AAC3E5F4553B}" destId="{BF8A9E5E-31C5-4426-A153-7939C8C0FFAA}" srcOrd="18" destOrd="0" presId="urn:microsoft.com/office/officeart/2005/8/layout/list1"/>
    <dgm:cxn modelId="{3A66DF88-A142-4F26-9D97-0D71B5F0BA2A}" type="presParOf" srcId="{980DB356-0C36-4B20-BF35-AAC3E5F4553B}" destId="{2970BA72-3131-4C79-A858-FD0C0BCAC9F4}" srcOrd="19" destOrd="0" presId="urn:microsoft.com/office/officeart/2005/8/layout/list1"/>
    <dgm:cxn modelId="{CC9F723A-BD84-43FC-81C3-5F1AEE275F94}" type="presParOf" srcId="{980DB356-0C36-4B20-BF35-AAC3E5F4553B}" destId="{4C540F61-93DF-44EC-AB4B-C6FC31CA38A2}" srcOrd="20" destOrd="0" presId="urn:microsoft.com/office/officeart/2005/8/layout/list1"/>
    <dgm:cxn modelId="{CAADD979-0121-4C9C-A597-F0689E4CE17F}" type="presParOf" srcId="{4C540F61-93DF-44EC-AB4B-C6FC31CA38A2}" destId="{76448D6F-3384-4E16-A8EA-E9A812956DD9}" srcOrd="0" destOrd="0" presId="urn:microsoft.com/office/officeart/2005/8/layout/list1"/>
    <dgm:cxn modelId="{5C538BA0-8C01-4708-84A9-41ABF3C85599}" type="presParOf" srcId="{4C540F61-93DF-44EC-AB4B-C6FC31CA38A2}" destId="{8A92E1E3-91CB-4824-B964-483E069C8780}" srcOrd="1" destOrd="0" presId="urn:microsoft.com/office/officeart/2005/8/layout/list1"/>
    <dgm:cxn modelId="{B242EDCC-D072-49D5-861E-086E78C1373C}" type="presParOf" srcId="{980DB356-0C36-4B20-BF35-AAC3E5F4553B}" destId="{F6657CA1-B4AE-4D69-8992-3C93D309F773}" srcOrd="21" destOrd="0" presId="urn:microsoft.com/office/officeart/2005/8/layout/list1"/>
    <dgm:cxn modelId="{658C479F-1D78-44F9-9277-C6CB9456EBA9}" type="presParOf" srcId="{980DB356-0C36-4B20-BF35-AAC3E5F4553B}" destId="{9ABA0FBC-CCFD-461A-B55B-6232CE14401D}" srcOrd="22" destOrd="0" presId="urn:microsoft.com/office/officeart/2005/8/layout/list1"/>
    <dgm:cxn modelId="{07F910CB-BB13-4BCD-B61E-772B4D4FD9A9}" type="presParOf" srcId="{980DB356-0C36-4B20-BF35-AAC3E5F4553B}" destId="{F67B0C30-9930-4BE8-AAF8-76771836FD4F}" srcOrd="23" destOrd="0" presId="urn:microsoft.com/office/officeart/2005/8/layout/list1"/>
    <dgm:cxn modelId="{0AA172C1-3B61-4DCB-B6D7-BFB58FDCA87C}" type="presParOf" srcId="{980DB356-0C36-4B20-BF35-AAC3E5F4553B}" destId="{B1A5AABE-DB83-4E6F-A940-12EDDC47831C}" srcOrd="24" destOrd="0" presId="urn:microsoft.com/office/officeart/2005/8/layout/list1"/>
    <dgm:cxn modelId="{1F5A15B7-A584-4BCE-AF65-4ABD040F6FF2}" type="presParOf" srcId="{B1A5AABE-DB83-4E6F-A940-12EDDC47831C}" destId="{7AD7C4CE-EB62-404D-99CB-A3E559CF2D2F}" srcOrd="0" destOrd="0" presId="urn:microsoft.com/office/officeart/2005/8/layout/list1"/>
    <dgm:cxn modelId="{2B37BA25-A135-404C-B17C-5317325DBAC9}" type="presParOf" srcId="{B1A5AABE-DB83-4E6F-A940-12EDDC47831C}" destId="{32ED10B5-BDD6-4D71-A3BF-71B0EE111019}" srcOrd="1" destOrd="0" presId="urn:microsoft.com/office/officeart/2005/8/layout/list1"/>
    <dgm:cxn modelId="{2779B8BF-7B3E-4A64-9DB8-EC5D01688C8F}" type="presParOf" srcId="{980DB356-0C36-4B20-BF35-AAC3E5F4553B}" destId="{DB4104F0-3E16-4191-8F33-846FF0552783}" srcOrd="25" destOrd="0" presId="urn:microsoft.com/office/officeart/2005/8/layout/list1"/>
    <dgm:cxn modelId="{6797B77B-8846-4685-951C-8C2B71EE56EC}" type="presParOf" srcId="{980DB356-0C36-4B20-BF35-AAC3E5F4553B}" destId="{ACCC645E-4B44-472E-8211-F96824A3D27E}"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6FA295F-8EC1-4ED2-BC0B-6FE22663E2BA}"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42D26642-F759-4F72-8349-BD5C91147FF8}">
      <dgm:prSet/>
      <dgm:spPr/>
      <dgm:t>
        <a:bodyPr/>
        <a:lstStyle/>
        <a:p>
          <a:r>
            <a:rPr lang="en-US" b="1"/>
            <a:t>SVM (Support Vector Machines):</a:t>
          </a:r>
          <a:endParaRPr lang="en-US"/>
        </a:p>
      </dgm:t>
    </dgm:pt>
    <dgm:pt modelId="{FA511BE2-114B-4054-BCA6-316EC7AC0AD8}" type="parTrans" cxnId="{1F5A3D46-7DB6-4347-AC38-15622C450F8B}">
      <dgm:prSet/>
      <dgm:spPr/>
      <dgm:t>
        <a:bodyPr/>
        <a:lstStyle/>
        <a:p>
          <a:endParaRPr lang="en-US"/>
        </a:p>
      </dgm:t>
    </dgm:pt>
    <dgm:pt modelId="{683BC100-45FB-4A86-8DFB-E0BCA0CCF437}" type="sibTrans" cxnId="{1F5A3D46-7DB6-4347-AC38-15622C450F8B}">
      <dgm:prSet/>
      <dgm:spPr/>
      <dgm:t>
        <a:bodyPr/>
        <a:lstStyle/>
        <a:p>
          <a:endParaRPr lang="en-US"/>
        </a:p>
      </dgm:t>
    </dgm:pt>
    <dgm:pt modelId="{3001518C-55E0-4905-B902-8EBC524977CD}">
      <dgm:prSet/>
      <dgm:spPr/>
      <dgm:t>
        <a:bodyPr/>
        <a:lstStyle/>
        <a:p>
          <a:r>
            <a:rPr lang="en-US" b="1"/>
            <a:t>Performance Metric - RMSE:</a:t>
          </a:r>
          <a:endParaRPr lang="en-US"/>
        </a:p>
      </dgm:t>
    </dgm:pt>
    <dgm:pt modelId="{E3DC9559-7CF3-430A-9515-81841792ADD3}" type="parTrans" cxnId="{AC905F2A-5F2A-40F2-85D9-5549D9946453}">
      <dgm:prSet/>
      <dgm:spPr/>
      <dgm:t>
        <a:bodyPr/>
        <a:lstStyle/>
        <a:p>
          <a:endParaRPr lang="en-US"/>
        </a:p>
      </dgm:t>
    </dgm:pt>
    <dgm:pt modelId="{AE4C41A0-D1B3-43A1-B79B-99586F1E9DC1}" type="sibTrans" cxnId="{AC905F2A-5F2A-40F2-85D9-5549D9946453}">
      <dgm:prSet/>
      <dgm:spPr/>
      <dgm:t>
        <a:bodyPr/>
        <a:lstStyle/>
        <a:p>
          <a:endParaRPr lang="en-US"/>
        </a:p>
      </dgm:t>
    </dgm:pt>
    <dgm:pt modelId="{827F4750-B9FD-4C0D-866B-5E7229BCD0C8}">
      <dgm:prSet/>
      <dgm:spPr/>
      <dgm:t>
        <a:bodyPr/>
        <a:lstStyle/>
        <a:p>
          <a:r>
            <a:rPr lang="en-US"/>
            <a:t>Yielded an RMSE of 0.9474, indicating reasonable accuracy.</a:t>
          </a:r>
        </a:p>
      </dgm:t>
    </dgm:pt>
    <dgm:pt modelId="{9A417355-B492-40E3-BC1F-C58BCCA8E0A6}" type="parTrans" cxnId="{15180226-148E-4954-80A2-BF5FB2730C49}">
      <dgm:prSet/>
      <dgm:spPr/>
      <dgm:t>
        <a:bodyPr/>
        <a:lstStyle/>
        <a:p>
          <a:endParaRPr lang="en-US"/>
        </a:p>
      </dgm:t>
    </dgm:pt>
    <dgm:pt modelId="{851A67E5-1842-4B26-90D7-C3921AF6B9A9}" type="sibTrans" cxnId="{15180226-148E-4954-80A2-BF5FB2730C49}">
      <dgm:prSet/>
      <dgm:spPr/>
      <dgm:t>
        <a:bodyPr/>
        <a:lstStyle/>
        <a:p>
          <a:endParaRPr lang="en-US"/>
        </a:p>
      </dgm:t>
    </dgm:pt>
    <dgm:pt modelId="{EC687396-8B06-4B84-BDE0-2088B14908AB}">
      <dgm:prSet/>
      <dgm:spPr/>
      <dgm:t>
        <a:bodyPr/>
        <a:lstStyle/>
        <a:p>
          <a:r>
            <a:rPr lang="en-US"/>
            <a:t>Recognized for effectiveness in high-dimensional spaces.</a:t>
          </a:r>
        </a:p>
      </dgm:t>
    </dgm:pt>
    <dgm:pt modelId="{4322F808-9694-4118-A09B-280B795EE650}" type="parTrans" cxnId="{F2BE2EDE-FA24-4F17-8614-641F0D950D37}">
      <dgm:prSet/>
      <dgm:spPr/>
      <dgm:t>
        <a:bodyPr/>
        <a:lstStyle/>
        <a:p>
          <a:endParaRPr lang="en-US"/>
        </a:p>
      </dgm:t>
    </dgm:pt>
    <dgm:pt modelId="{D9F1CEF4-ACD6-4AA3-B868-CD4E779128BA}" type="sibTrans" cxnId="{F2BE2EDE-FA24-4F17-8614-641F0D950D37}">
      <dgm:prSet/>
      <dgm:spPr/>
      <dgm:t>
        <a:bodyPr/>
        <a:lstStyle/>
        <a:p>
          <a:endParaRPr lang="en-US"/>
        </a:p>
      </dgm:t>
    </dgm:pt>
    <dgm:pt modelId="{61208A15-DFF4-4ABC-9494-D5E627E12F21}">
      <dgm:prSet/>
      <dgm:spPr/>
      <dgm:t>
        <a:bodyPr/>
        <a:lstStyle/>
        <a:p>
          <a:r>
            <a:rPr lang="en-US" b="1"/>
            <a:t>Intricate Relationship Handling:</a:t>
          </a:r>
          <a:endParaRPr lang="en-US"/>
        </a:p>
      </dgm:t>
    </dgm:pt>
    <dgm:pt modelId="{B083EB04-256F-4C38-80B6-FBDB12A763FD}" type="parTrans" cxnId="{237F02EF-8068-4FA7-AB8B-391004D490FF}">
      <dgm:prSet/>
      <dgm:spPr/>
      <dgm:t>
        <a:bodyPr/>
        <a:lstStyle/>
        <a:p>
          <a:endParaRPr lang="en-US"/>
        </a:p>
      </dgm:t>
    </dgm:pt>
    <dgm:pt modelId="{8F5D6C0C-C3A3-4CDB-9437-A72F8256DC5E}" type="sibTrans" cxnId="{237F02EF-8068-4FA7-AB8B-391004D490FF}">
      <dgm:prSet/>
      <dgm:spPr/>
      <dgm:t>
        <a:bodyPr/>
        <a:lstStyle/>
        <a:p>
          <a:endParaRPr lang="en-US"/>
        </a:p>
      </dgm:t>
    </dgm:pt>
    <dgm:pt modelId="{4081B664-821F-4549-9AC4-525789BB3CB7}">
      <dgm:prSet/>
      <dgm:spPr/>
      <dgm:t>
        <a:bodyPr/>
        <a:lstStyle/>
        <a:p>
          <a:r>
            <a:rPr lang="en-US"/>
            <a:t>Adept at handling intricate relationships within agricultural datasets.</a:t>
          </a:r>
        </a:p>
      </dgm:t>
    </dgm:pt>
    <dgm:pt modelId="{D543B918-9049-428D-901E-1E3EC2C92A03}" type="parTrans" cxnId="{EC7C1B50-A2E9-4CEE-B273-4680F20C9952}">
      <dgm:prSet/>
      <dgm:spPr/>
      <dgm:t>
        <a:bodyPr/>
        <a:lstStyle/>
        <a:p>
          <a:endParaRPr lang="en-US"/>
        </a:p>
      </dgm:t>
    </dgm:pt>
    <dgm:pt modelId="{85FF2CC6-FC3C-4223-BAD9-625037826BB3}" type="sibTrans" cxnId="{EC7C1B50-A2E9-4CEE-B273-4680F20C9952}">
      <dgm:prSet/>
      <dgm:spPr/>
      <dgm:t>
        <a:bodyPr/>
        <a:lstStyle/>
        <a:p>
          <a:endParaRPr lang="en-US"/>
        </a:p>
      </dgm:t>
    </dgm:pt>
    <dgm:pt modelId="{42F22C36-BED9-47E6-B05F-53339BC2C1DB}">
      <dgm:prSet/>
      <dgm:spPr/>
      <dgm:t>
        <a:bodyPr/>
        <a:lstStyle/>
        <a:p>
          <a:r>
            <a:rPr lang="en-US"/>
            <a:t>Suitable for scenarios with numerous dimensions influencing agricultural variables.</a:t>
          </a:r>
        </a:p>
      </dgm:t>
    </dgm:pt>
    <dgm:pt modelId="{31777EB4-6677-4625-80C1-943256CE14A0}" type="parTrans" cxnId="{7EDD229C-A514-46F1-80A7-81323F48532A}">
      <dgm:prSet/>
      <dgm:spPr/>
      <dgm:t>
        <a:bodyPr/>
        <a:lstStyle/>
        <a:p>
          <a:endParaRPr lang="en-US"/>
        </a:p>
      </dgm:t>
    </dgm:pt>
    <dgm:pt modelId="{844C6934-705B-4641-A742-CC1826864F7C}" type="sibTrans" cxnId="{7EDD229C-A514-46F1-80A7-81323F48532A}">
      <dgm:prSet/>
      <dgm:spPr/>
      <dgm:t>
        <a:bodyPr/>
        <a:lstStyle/>
        <a:p>
          <a:endParaRPr lang="en-US"/>
        </a:p>
      </dgm:t>
    </dgm:pt>
    <dgm:pt modelId="{E0E9D979-CDBC-44E0-ADCB-C21F1B5FFF1A}">
      <dgm:prSet/>
      <dgm:spPr/>
      <dgm:t>
        <a:bodyPr/>
        <a:lstStyle/>
        <a:p>
          <a:r>
            <a:rPr lang="en-US" b="1"/>
            <a:t>Resilience to Overfitting:</a:t>
          </a:r>
          <a:endParaRPr lang="en-US"/>
        </a:p>
      </dgm:t>
    </dgm:pt>
    <dgm:pt modelId="{B81BC877-FD6B-4438-8AF4-6DCA9B716F85}" type="parTrans" cxnId="{31ECD67D-C98A-416A-8950-A571F6B49447}">
      <dgm:prSet/>
      <dgm:spPr/>
      <dgm:t>
        <a:bodyPr/>
        <a:lstStyle/>
        <a:p>
          <a:endParaRPr lang="en-US"/>
        </a:p>
      </dgm:t>
    </dgm:pt>
    <dgm:pt modelId="{3358F0DB-529D-4006-8A67-C99DF064F82D}" type="sibTrans" cxnId="{31ECD67D-C98A-416A-8950-A571F6B49447}">
      <dgm:prSet/>
      <dgm:spPr/>
      <dgm:t>
        <a:bodyPr/>
        <a:lstStyle/>
        <a:p>
          <a:endParaRPr lang="en-US"/>
        </a:p>
      </dgm:t>
    </dgm:pt>
    <dgm:pt modelId="{D57A438F-CCDA-44FC-AAFA-63DE7F896385}">
      <dgm:prSet/>
      <dgm:spPr/>
      <dgm:t>
        <a:bodyPr/>
        <a:lstStyle/>
        <a:p>
          <a:r>
            <a:rPr lang="en-US"/>
            <a:t>While RMSE is higher than ensemble models, SVM demonstrates resilience to overfitting.</a:t>
          </a:r>
        </a:p>
      </dgm:t>
    </dgm:pt>
    <dgm:pt modelId="{3369EDF8-9EC4-4597-B350-60F0FAE58CA2}" type="parTrans" cxnId="{5A215CEE-3FF8-4E03-ADD0-C2E83739044C}">
      <dgm:prSet/>
      <dgm:spPr/>
      <dgm:t>
        <a:bodyPr/>
        <a:lstStyle/>
        <a:p>
          <a:endParaRPr lang="en-US"/>
        </a:p>
      </dgm:t>
    </dgm:pt>
    <dgm:pt modelId="{7D059998-747D-4100-86D6-C2EA63B99599}" type="sibTrans" cxnId="{5A215CEE-3FF8-4E03-ADD0-C2E83739044C}">
      <dgm:prSet/>
      <dgm:spPr/>
      <dgm:t>
        <a:bodyPr/>
        <a:lstStyle/>
        <a:p>
          <a:endParaRPr lang="en-US"/>
        </a:p>
      </dgm:t>
    </dgm:pt>
    <dgm:pt modelId="{B3291BF9-EB23-4CCA-90A3-73C82BC78EBE}">
      <dgm:prSet/>
      <dgm:spPr/>
      <dgm:t>
        <a:bodyPr/>
        <a:lstStyle/>
        <a:p>
          <a:r>
            <a:rPr lang="en-US"/>
            <a:t>SVM's effectiveness lies in capturing complex relationships in agriculture.</a:t>
          </a:r>
        </a:p>
      </dgm:t>
    </dgm:pt>
    <dgm:pt modelId="{EE96D4CA-06DD-473B-9408-39B3AB6E7969}" type="parTrans" cxnId="{69D87F93-85A3-4F2D-A717-0156508AAFAE}">
      <dgm:prSet/>
      <dgm:spPr/>
      <dgm:t>
        <a:bodyPr/>
        <a:lstStyle/>
        <a:p>
          <a:endParaRPr lang="en-US"/>
        </a:p>
      </dgm:t>
    </dgm:pt>
    <dgm:pt modelId="{67A1478D-D375-441E-B9D5-A8E174112EAF}" type="sibTrans" cxnId="{69D87F93-85A3-4F2D-A717-0156508AAFAE}">
      <dgm:prSet/>
      <dgm:spPr/>
      <dgm:t>
        <a:bodyPr/>
        <a:lstStyle/>
        <a:p>
          <a:endParaRPr lang="en-US"/>
        </a:p>
      </dgm:t>
    </dgm:pt>
    <dgm:pt modelId="{861E141E-A6A4-4AF8-AC92-FFACB9155C63}" type="pres">
      <dgm:prSet presAssocID="{16FA295F-8EC1-4ED2-BC0B-6FE22663E2BA}" presName="linear" presStyleCnt="0">
        <dgm:presLayoutVars>
          <dgm:dir/>
          <dgm:animLvl val="lvl"/>
          <dgm:resizeHandles val="exact"/>
        </dgm:presLayoutVars>
      </dgm:prSet>
      <dgm:spPr/>
    </dgm:pt>
    <dgm:pt modelId="{BB752A98-E431-42DA-951A-79C2C4036E4D}" type="pres">
      <dgm:prSet presAssocID="{42D26642-F759-4F72-8349-BD5C91147FF8}" presName="parentLin" presStyleCnt="0"/>
      <dgm:spPr/>
    </dgm:pt>
    <dgm:pt modelId="{0DC9F63E-92B3-44C9-907C-7EC2AE72CC5A}" type="pres">
      <dgm:prSet presAssocID="{42D26642-F759-4F72-8349-BD5C91147FF8}" presName="parentLeftMargin" presStyleLbl="node1" presStyleIdx="0" presStyleCnt="4"/>
      <dgm:spPr/>
    </dgm:pt>
    <dgm:pt modelId="{39EBBB8A-7F6F-43FD-9253-C0CC38EE4B49}" type="pres">
      <dgm:prSet presAssocID="{42D26642-F759-4F72-8349-BD5C91147FF8}" presName="parentText" presStyleLbl="node1" presStyleIdx="0" presStyleCnt="4">
        <dgm:presLayoutVars>
          <dgm:chMax val="0"/>
          <dgm:bulletEnabled val="1"/>
        </dgm:presLayoutVars>
      </dgm:prSet>
      <dgm:spPr/>
    </dgm:pt>
    <dgm:pt modelId="{8D68FDA2-3A13-49EA-968E-301D6A72D935}" type="pres">
      <dgm:prSet presAssocID="{42D26642-F759-4F72-8349-BD5C91147FF8}" presName="negativeSpace" presStyleCnt="0"/>
      <dgm:spPr/>
    </dgm:pt>
    <dgm:pt modelId="{6D24BA90-C153-4D09-B550-C2D92551BBB6}" type="pres">
      <dgm:prSet presAssocID="{42D26642-F759-4F72-8349-BD5C91147FF8}" presName="childText" presStyleLbl="conFgAcc1" presStyleIdx="0" presStyleCnt="4">
        <dgm:presLayoutVars>
          <dgm:bulletEnabled val="1"/>
        </dgm:presLayoutVars>
      </dgm:prSet>
      <dgm:spPr/>
    </dgm:pt>
    <dgm:pt modelId="{48D109C1-BD1D-4307-8AB9-050D32AB1F02}" type="pres">
      <dgm:prSet presAssocID="{683BC100-45FB-4A86-8DFB-E0BCA0CCF437}" presName="spaceBetweenRectangles" presStyleCnt="0"/>
      <dgm:spPr/>
    </dgm:pt>
    <dgm:pt modelId="{7AD26C03-E0DF-479E-A0F7-856E5386FCA3}" type="pres">
      <dgm:prSet presAssocID="{3001518C-55E0-4905-B902-8EBC524977CD}" presName="parentLin" presStyleCnt="0"/>
      <dgm:spPr/>
    </dgm:pt>
    <dgm:pt modelId="{EDA7B30A-19DC-43D8-9486-8D6CE7D40D87}" type="pres">
      <dgm:prSet presAssocID="{3001518C-55E0-4905-B902-8EBC524977CD}" presName="parentLeftMargin" presStyleLbl="node1" presStyleIdx="0" presStyleCnt="4"/>
      <dgm:spPr/>
    </dgm:pt>
    <dgm:pt modelId="{8E8919AC-46FA-4C56-83C5-AE23698243E7}" type="pres">
      <dgm:prSet presAssocID="{3001518C-55E0-4905-B902-8EBC524977CD}" presName="parentText" presStyleLbl="node1" presStyleIdx="1" presStyleCnt="4">
        <dgm:presLayoutVars>
          <dgm:chMax val="0"/>
          <dgm:bulletEnabled val="1"/>
        </dgm:presLayoutVars>
      </dgm:prSet>
      <dgm:spPr/>
    </dgm:pt>
    <dgm:pt modelId="{883A3F84-4997-4D84-BE1A-1EB96482011D}" type="pres">
      <dgm:prSet presAssocID="{3001518C-55E0-4905-B902-8EBC524977CD}" presName="negativeSpace" presStyleCnt="0"/>
      <dgm:spPr/>
    </dgm:pt>
    <dgm:pt modelId="{307BD436-4367-488D-BDF5-DB002F7686A3}" type="pres">
      <dgm:prSet presAssocID="{3001518C-55E0-4905-B902-8EBC524977CD}" presName="childText" presStyleLbl="conFgAcc1" presStyleIdx="1" presStyleCnt="4">
        <dgm:presLayoutVars>
          <dgm:bulletEnabled val="1"/>
        </dgm:presLayoutVars>
      </dgm:prSet>
      <dgm:spPr/>
    </dgm:pt>
    <dgm:pt modelId="{C2CDF403-271B-4C50-B139-7B6D77372EF9}" type="pres">
      <dgm:prSet presAssocID="{AE4C41A0-D1B3-43A1-B79B-99586F1E9DC1}" presName="spaceBetweenRectangles" presStyleCnt="0"/>
      <dgm:spPr/>
    </dgm:pt>
    <dgm:pt modelId="{8989C736-BD5E-4059-89A1-F0682989F75B}" type="pres">
      <dgm:prSet presAssocID="{61208A15-DFF4-4ABC-9494-D5E627E12F21}" presName="parentLin" presStyleCnt="0"/>
      <dgm:spPr/>
    </dgm:pt>
    <dgm:pt modelId="{46F479EC-AA4B-471E-B9C7-7BD25A2DD348}" type="pres">
      <dgm:prSet presAssocID="{61208A15-DFF4-4ABC-9494-D5E627E12F21}" presName="parentLeftMargin" presStyleLbl="node1" presStyleIdx="1" presStyleCnt="4"/>
      <dgm:spPr/>
    </dgm:pt>
    <dgm:pt modelId="{EB562C2B-082B-483B-97D4-1B99CD6E26EC}" type="pres">
      <dgm:prSet presAssocID="{61208A15-DFF4-4ABC-9494-D5E627E12F21}" presName="parentText" presStyleLbl="node1" presStyleIdx="2" presStyleCnt="4">
        <dgm:presLayoutVars>
          <dgm:chMax val="0"/>
          <dgm:bulletEnabled val="1"/>
        </dgm:presLayoutVars>
      </dgm:prSet>
      <dgm:spPr/>
    </dgm:pt>
    <dgm:pt modelId="{A7638564-7BE3-4B4D-BE41-8E90DFD5191D}" type="pres">
      <dgm:prSet presAssocID="{61208A15-DFF4-4ABC-9494-D5E627E12F21}" presName="negativeSpace" presStyleCnt="0"/>
      <dgm:spPr/>
    </dgm:pt>
    <dgm:pt modelId="{49669B42-EC9A-46C3-BCAC-9589C95B3177}" type="pres">
      <dgm:prSet presAssocID="{61208A15-DFF4-4ABC-9494-D5E627E12F21}" presName="childText" presStyleLbl="conFgAcc1" presStyleIdx="2" presStyleCnt="4">
        <dgm:presLayoutVars>
          <dgm:bulletEnabled val="1"/>
        </dgm:presLayoutVars>
      </dgm:prSet>
      <dgm:spPr/>
    </dgm:pt>
    <dgm:pt modelId="{49BA49A6-BC33-4E16-AF98-0AEA36BEC153}" type="pres">
      <dgm:prSet presAssocID="{8F5D6C0C-C3A3-4CDB-9437-A72F8256DC5E}" presName="spaceBetweenRectangles" presStyleCnt="0"/>
      <dgm:spPr/>
    </dgm:pt>
    <dgm:pt modelId="{63B4D395-AE0B-47BB-9978-A990F060335B}" type="pres">
      <dgm:prSet presAssocID="{E0E9D979-CDBC-44E0-ADCB-C21F1B5FFF1A}" presName="parentLin" presStyleCnt="0"/>
      <dgm:spPr/>
    </dgm:pt>
    <dgm:pt modelId="{4A61FD54-C6E6-44C3-9938-733AAD11B618}" type="pres">
      <dgm:prSet presAssocID="{E0E9D979-CDBC-44E0-ADCB-C21F1B5FFF1A}" presName="parentLeftMargin" presStyleLbl="node1" presStyleIdx="2" presStyleCnt="4"/>
      <dgm:spPr/>
    </dgm:pt>
    <dgm:pt modelId="{6B1D9B85-76BB-4BCE-914F-94F2B11C498A}" type="pres">
      <dgm:prSet presAssocID="{E0E9D979-CDBC-44E0-ADCB-C21F1B5FFF1A}" presName="parentText" presStyleLbl="node1" presStyleIdx="3" presStyleCnt="4">
        <dgm:presLayoutVars>
          <dgm:chMax val="0"/>
          <dgm:bulletEnabled val="1"/>
        </dgm:presLayoutVars>
      </dgm:prSet>
      <dgm:spPr/>
    </dgm:pt>
    <dgm:pt modelId="{CE87A2BB-2F11-4A64-9B82-39D193785D9C}" type="pres">
      <dgm:prSet presAssocID="{E0E9D979-CDBC-44E0-ADCB-C21F1B5FFF1A}" presName="negativeSpace" presStyleCnt="0"/>
      <dgm:spPr/>
    </dgm:pt>
    <dgm:pt modelId="{D25573DE-63AC-46A1-9F4B-AA74079BEDE2}" type="pres">
      <dgm:prSet presAssocID="{E0E9D979-CDBC-44E0-ADCB-C21F1B5FFF1A}" presName="childText" presStyleLbl="conFgAcc1" presStyleIdx="3" presStyleCnt="4">
        <dgm:presLayoutVars>
          <dgm:bulletEnabled val="1"/>
        </dgm:presLayoutVars>
      </dgm:prSet>
      <dgm:spPr/>
    </dgm:pt>
  </dgm:ptLst>
  <dgm:cxnLst>
    <dgm:cxn modelId="{DD7EF40E-5A8D-4D4E-B42E-CB9E8D81A0C1}" type="presOf" srcId="{42D26642-F759-4F72-8349-BD5C91147FF8}" destId="{0DC9F63E-92B3-44C9-907C-7EC2AE72CC5A}" srcOrd="0" destOrd="0" presId="urn:microsoft.com/office/officeart/2005/8/layout/list1"/>
    <dgm:cxn modelId="{1D189519-F53E-4EDC-8F22-2B4A549C0FD1}" type="presOf" srcId="{D57A438F-CCDA-44FC-AAFA-63DE7F896385}" destId="{D25573DE-63AC-46A1-9F4B-AA74079BEDE2}" srcOrd="0" destOrd="0" presId="urn:microsoft.com/office/officeart/2005/8/layout/list1"/>
    <dgm:cxn modelId="{15180226-148E-4954-80A2-BF5FB2730C49}" srcId="{3001518C-55E0-4905-B902-8EBC524977CD}" destId="{827F4750-B9FD-4C0D-866B-5E7229BCD0C8}" srcOrd="0" destOrd="0" parTransId="{9A417355-B492-40E3-BC1F-C58BCCA8E0A6}" sibTransId="{851A67E5-1842-4B26-90D7-C3921AF6B9A9}"/>
    <dgm:cxn modelId="{AC905F2A-5F2A-40F2-85D9-5549D9946453}" srcId="{16FA295F-8EC1-4ED2-BC0B-6FE22663E2BA}" destId="{3001518C-55E0-4905-B902-8EBC524977CD}" srcOrd="1" destOrd="0" parTransId="{E3DC9559-7CF3-430A-9515-81841792ADD3}" sibTransId="{AE4C41A0-D1B3-43A1-B79B-99586F1E9DC1}"/>
    <dgm:cxn modelId="{0A43C739-B2F7-43D9-BCF7-0F1DEB02B751}" type="presOf" srcId="{E0E9D979-CDBC-44E0-ADCB-C21F1B5FFF1A}" destId="{6B1D9B85-76BB-4BCE-914F-94F2B11C498A}" srcOrd="1" destOrd="0" presId="urn:microsoft.com/office/officeart/2005/8/layout/list1"/>
    <dgm:cxn modelId="{B136003B-D1B5-48F6-8FC5-C69E848D847D}" type="presOf" srcId="{EC687396-8B06-4B84-BDE0-2088B14908AB}" destId="{307BD436-4367-488D-BDF5-DB002F7686A3}" srcOrd="0" destOrd="1" presId="urn:microsoft.com/office/officeart/2005/8/layout/list1"/>
    <dgm:cxn modelId="{B80A4F60-4E22-48AB-9644-8A9FAB11ECE8}" type="presOf" srcId="{B3291BF9-EB23-4CCA-90A3-73C82BC78EBE}" destId="{D25573DE-63AC-46A1-9F4B-AA74079BEDE2}" srcOrd="0" destOrd="1" presId="urn:microsoft.com/office/officeart/2005/8/layout/list1"/>
    <dgm:cxn modelId="{1F5A3D46-7DB6-4347-AC38-15622C450F8B}" srcId="{16FA295F-8EC1-4ED2-BC0B-6FE22663E2BA}" destId="{42D26642-F759-4F72-8349-BD5C91147FF8}" srcOrd="0" destOrd="0" parTransId="{FA511BE2-114B-4054-BCA6-316EC7AC0AD8}" sibTransId="{683BC100-45FB-4A86-8DFB-E0BCA0CCF437}"/>
    <dgm:cxn modelId="{CAF1C86D-1FA5-451D-B8D1-E8D721E9BF10}" type="presOf" srcId="{827F4750-B9FD-4C0D-866B-5E7229BCD0C8}" destId="{307BD436-4367-488D-BDF5-DB002F7686A3}" srcOrd="0" destOrd="0" presId="urn:microsoft.com/office/officeart/2005/8/layout/list1"/>
    <dgm:cxn modelId="{EC7C1B50-A2E9-4CEE-B273-4680F20C9952}" srcId="{61208A15-DFF4-4ABC-9494-D5E627E12F21}" destId="{4081B664-821F-4549-9AC4-525789BB3CB7}" srcOrd="0" destOrd="0" parTransId="{D543B918-9049-428D-901E-1E3EC2C92A03}" sibTransId="{85FF2CC6-FC3C-4223-BAD9-625037826BB3}"/>
    <dgm:cxn modelId="{31ECD67D-C98A-416A-8950-A571F6B49447}" srcId="{16FA295F-8EC1-4ED2-BC0B-6FE22663E2BA}" destId="{E0E9D979-CDBC-44E0-ADCB-C21F1B5FFF1A}" srcOrd="3" destOrd="0" parTransId="{B81BC877-FD6B-4438-8AF4-6DCA9B716F85}" sibTransId="{3358F0DB-529D-4006-8A67-C99DF064F82D}"/>
    <dgm:cxn modelId="{7AACE683-F3F6-46D9-931C-C0FEE64136A4}" type="presOf" srcId="{61208A15-DFF4-4ABC-9494-D5E627E12F21}" destId="{EB562C2B-082B-483B-97D4-1B99CD6E26EC}" srcOrd="1" destOrd="0" presId="urn:microsoft.com/office/officeart/2005/8/layout/list1"/>
    <dgm:cxn modelId="{69D87F93-85A3-4F2D-A717-0156508AAFAE}" srcId="{E0E9D979-CDBC-44E0-ADCB-C21F1B5FFF1A}" destId="{B3291BF9-EB23-4CCA-90A3-73C82BC78EBE}" srcOrd="1" destOrd="0" parTransId="{EE96D4CA-06DD-473B-9408-39B3AB6E7969}" sibTransId="{67A1478D-D375-441E-B9D5-A8E174112EAF}"/>
    <dgm:cxn modelId="{7EDD229C-A514-46F1-80A7-81323F48532A}" srcId="{61208A15-DFF4-4ABC-9494-D5E627E12F21}" destId="{42F22C36-BED9-47E6-B05F-53339BC2C1DB}" srcOrd="1" destOrd="0" parTransId="{31777EB4-6677-4625-80C1-943256CE14A0}" sibTransId="{844C6934-705B-4641-A742-CC1826864F7C}"/>
    <dgm:cxn modelId="{F709C8A6-36BF-4397-A3A3-570F6DE2B84C}" type="presOf" srcId="{61208A15-DFF4-4ABC-9494-D5E627E12F21}" destId="{46F479EC-AA4B-471E-B9C7-7BD25A2DD348}" srcOrd="0" destOrd="0" presId="urn:microsoft.com/office/officeart/2005/8/layout/list1"/>
    <dgm:cxn modelId="{15440BC3-695B-4F06-A534-18E2BC91DB0C}" type="presOf" srcId="{42F22C36-BED9-47E6-B05F-53339BC2C1DB}" destId="{49669B42-EC9A-46C3-BCAC-9589C95B3177}" srcOrd="0" destOrd="1" presId="urn:microsoft.com/office/officeart/2005/8/layout/list1"/>
    <dgm:cxn modelId="{261361CF-E815-4A7D-BB41-618FDA7D604C}" type="presOf" srcId="{16FA295F-8EC1-4ED2-BC0B-6FE22663E2BA}" destId="{861E141E-A6A4-4AF8-AC92-FFACB9155C63}" srcOrd="0" destOrd="0" presId="urn:microsoft.com/office/officeart/2005/8/layout/list1"/>
    <dgm:cxn modelId="{CBC5B0D0-E7A1-4630-98CC-B36EE15996CD}" type="presOf" srcId="{4081B664-821F-4549-9AC4-525789BB3CB7}" destId="{49669B42-EC9A-46C3-BCAC-9589C95B3177}" srcOrd="0" destOrd="0" presId="urn:microsoft.com/office/officeart/2005/8/layout/list1"/>
    <dgm:cxn modelId="{D37ED4D1-8F1A-449D-A8B7-4B80B8C6AE5E}" type="presOf" srcId="{3001518C-55E0-4905-B902-8EBC524977CD}" destId="{8E8919AC-46FA-4C56-83C5-AE23698243E7}" srcOrd="1" destOrd="0" presId="urn:microsoft.com/office/officeart/2005/8/layout/list1"/>
    <dgm:cxn modelId="{F2BE2EDE-FA24-4F17-8614-641F0D950D37}" srcId="{3001518C-55E0-4905-B902-8EBC524977CD}" destId="{EC687396-8B06-4B84-BDE0-2088B14908AB}" srcOrd="1" destOrd="0" parTransId="{4322F808-9694-4118-A09B-280B795EE650}" sibTransId="{D9F1CEF4-ACD6-4AA3-B868-CD4E779128BA}"/>
    <dgm:cxn modelId="{D73897DF-8C43-45AB-8218-53B9702471F6}" type="presOf" srcId="{3001518C-55E0-4905-B902-8EBC524977CD}" destId="{EDA7B30A-19DC-43D8-9486-8D6CE7D40D87}" srcOrd="0" destOrd="0" presId="urn:microsoft.com/office/officeart/2005/8/layout/list1"/>
    <dgm:cxn modelId="{EBA7D4E9-198B-4F4B-9048-612186EC207D}" type="presOf" srcId="{42D26642-F759-4F72-8349-BD5C91147FF8}" destId="{39EBBB8A-7F6F-43FD-9253-C0CC38EE4B49}" srcOrd="1" destOrd="0" presId="urn:microsoft.com/office/officeart/2005/8/layout/list1"/>
    <dgm:cxn modelId="{9EA774EC-ABDE-4DD7-958C-7875E864B94A}" type="presOf" srcId="{E0E9D979-CDBC-44E0-ADCB-C21F1B5FFF1A}" destId="{4A61FD54-C6E6-44C3-9938-733AAD11B618}" srcOrd="0" destOrd="0" presId="urn:microsoft.com/office/officeart/2005/8/layout/list1"/>
    <dgm:cxn modelId="{5A215CEE-3FF8-4E03-ADD0-C2E83739044C}" srcId="{E0E9D979-CDBC-44E0-ADCB-C21F1B5FFF1A}" destId="{D57A438F-CCDA-44FC-AAFA-63DE7F896385}" srcOrd="0" destOrd="0" parTransId="{3369EDF8-9EC4-4597-B350-60F0FAE58CA2}" sibTransId="{7D059998-747D-4100-86D6-C2EA63B99599}"/>
    <dgm:cxn modelId="{237F02EF-8068-4FA7-AB8B-391004D490FF}" srcId="{16FA295F-8EC1-4ED2-BC0B-6FE22663E2BA}" destId="{61208A15-DFF4-4ABC-9494-D5E627E12F21}" srcOrd="2" destOrd="0" parTransId="{B083EB04-256F-4C38-80B6-FBDB12A763FD}" sibTransId="{8F5D6C0C-C3A3-4CDB-9437-A72F8256DC5E}"/>
    <dgm:cxn modelId="{AD684A65-ED64-49A2-9B2B-993ED9E3E6BA}" type="presParOf" srcId="{861E141E-A6A4-4AF8-AC92-FFACB9155C63}" destId="{BB752A98-E431-42DA-951A-79C2C4036E4D}" srcOrd="0" destOrd="0" presId="urn:microsoft.com/office/officeart/2005/8/layout/list1"/>
    <dgm:cxn modelId="{39586159-DF73-4B6D-A931-991CB89B3741}" type="presParOf" srcId="{BB752A98-E431-42DA-951A-79C2C4036E4D}" destId="{0DC9F63E-92B3-44C9-907C-7EC2AE72CC5A}" srcOrd="0" destOrd="0" presId="urn:microsoft.com/office/officeart/2005/8/layout/list1"/>
    <dgm:cxn modelId="{6A459356-9039-4939-8BBC-1AF7679E0940}" type="presParOf" srcId="{BB752A98-E431-42DA-951A-79C2C4036E4D}" destId="{39EBBB8A-7F6F-43FD-9253-C0CC38EE4B49}" srcOrd="1" destOrd="0" presId="urn:microsoft.com/office/officeart/2005/8/layout/list1"/>
    <dgm:cxn modelId="{5AF5DC5E-56C7-468B-BBAE-F7458C5116F0}" type="presParOf" srcId="{861E141E-A6A4-4AF8-AC92-FFACB9155C63}" destId="{8D68FDA2-3A13-49EA-968E-301D6A72D935}" srcOrd="1" destOrd="0" presId="urn:microsoft.com/office/officeart/2005/8/layout/list1"/>
    <dgm:cxn modelId="{FFD385F7-7182-4CCB-9785-2B6DEA24FDD1}" type="presParOf" srcId="{861E141E-A6A4-4AF8-AC92-FFACB9155C63}" destId="{6D24BA90-C153-4D09-B550-C2D92551BBB6}" srcOrd="2" destOrd="0" presId="urn:microsoft.com/office/officeart/2005/8/layout/list1"/>
    <dgm:cxn modelId="{384F2672-5F29-46B8-AB8B-06F9F5D182DE}" type="presParOf" srcId="{861E141E-A6A4-4AF8-AC92-FFACB9155C63}" destId="{48D109C1-BD1D-4307-8AB9-050D32AB1F02}" srcOrd="3" destOrd="0" presId="urn:microsoft.com/office/officeart/2005/8/layout/list1"/>
    <dgm:cxn modelId="{4D3663A0-8D38-48A2-97AA-13804172E837}" type="presParOf" srcId="{861E141E-A6A4-4AF8-AC92-FFACB9155C63}" destId="{7AD26C03-E0DF-479E-A0F7-856E5386FCA3}" srcOrd="4" destOrd="0" presId="urn:microsoft.com/office/officeart/2005/8/layout/list1"/>
    <dgm:cxn modelId="{5AA6E958-C5C7-4386-9CE3-D37E62B267C3}" type="presParOf" srcId="{7AD26C03-E0DF-479E-A0F7-856E5386FCA3}" destId="{EDA7B30A-19DC-43D8-9486-8D6CE7D40D87}" srcOrd="0" destOrd="0" presId="urn:microsoft.com/office/officeart/2005/8/layout/list1"/>
    <dgm:cxn modelId="{A7D9A350-692A-49D3-8F8F-909770A121F6}" type="presParOf" srcId="{7AD26C03-E0DF-479E-A0F7-856E5386FCA3}" destId="{8E8919AC-46FA-4C56-83C5-AE23698243E7}" srcOrd="1" destOrd="0" presId="urn:microsoft.com/office/officeart/2005/8/layout/list1"/>
    <dgm:cxn modelId="{2BE1EDFF-E988-4E07-A792-0743A0AF76D5}" type="presParOf" srcId="{861E141E-A6A4-4AF8-AC92-FFACB9155C63}" destId="{883A3F84-4997-4D84-BE1A-1EB96482011D}" srcOrd="5" destOrd="0" presId="urn:microsoft.com/office/officeart/2005/8/layout/list1"/>
    <dgm:cxn modelId="{26359BD9-48A4-4E40-926A-13B83D95A87B}" type="presParOf" srcId="{861E141E-A6A4-4AF8-AC92-FFACB9155C63}" destId="{307BD436-4367-488D-BDF5-DB002F7686A3}" srcOrd="6" destOrd="0" presId="urn:microsoft.com/office/officeart/2005/8/layout/list1"/>
    <dgm:cxn modelId="{527CF701-0D85-41B3-A698-3B2DD63AABFF}" type="presParOf" srcId="{861E141E-A6A4-4AF8-AC92-FFACB9155C63}" destId="{C2CDF403-271B-4C50-B139-7B6D77372EF9}" srcOrd="7" destOrd="0" presId="urn:microsoft.com/office/officeart/2005/8/layout/list1"/>
    <dgm:cxn modelId="{631DC87E-2710-4F43-AA2E-CFA6BBB5C4D8}" type="presParOf" srcId="{861E141E-A6A4-4AF8-AC92-FFACB9155C63}" destId="{8989C736-BD5E-4059-89A1-F0682989F75B}" srcOrd="8" destOrd="0" presId="urn:microsoft.com/office/officeart/2005/8/layout/list1"/>
    <dgm:cxn modelId="{A8E93D18-BCA3-4AC8-84A6-64575E7FBA08}" type="presParOf" srcId="{8989C736-BD5E-4059-89A1-F0682989F75B}" destId="{46F479EC-AA4B-471E-B9C7-7BD25A2DD348}" srcOrd="0" destOrd="0" presId="urn:microsoft.com/office/officeart/2005/8/layout/list1"/>
    <dgm:cxn modelId="{76DBE630-08B3-4F92-82C9-7F074E11B6DD}" type="presParOf" srcId="{8989C736-BD5E-4059-89A1-F0682989F75B}" destId="{EB562C2B-082B-483B-97D4-1B99CD6E26EC}" srcOrd="1" destOrd="0" presId="urn:microsoft.com/office/officeart/2005/8/layout/list1"/>
    <dgm:cxn modelId="{69C7897D-8648-4D13-AC8C-72C932662DF9}" type="presParOf" srcId="{861E141E-A6A4-4AF8-AC92-FFACB9155C63}" destId="{A7638564-7BE3-4B4D-BE41-8E90DFD5191D}" srcOrd="9" destOrd="0" presId="urn:microsoft.com/office/officeart/2005/8/layout/list1"/>
    <dgm:cxn modelId="{4161D273-A629-4A67-BD50-748ED2DC3B66}" type="presParOf" srcId="{861E141E-A6A4-4AF8-AC92-FFACB9155C63}" destId="{49669B42-EC9A-46C3-BCAC-9589C95B3177}" srcOrd="10" destOrd="0" presId="urn:microsoft.com/office/officeart/2005/8/layout/list1"/>
    <dgm:cxn modelId="{FA0EE36A-FADF-4C9D-B175-348681D0055B}" type="presParOf" srcId="{861E141E-A6A4-4AF8-AC92-FFACB9155C63}" destId="{49BA49A6-BC33-4E16-AF98-0AEA36BEC153}" srcOrd="11" destOrd="0" presId="urn:microsoft.com/office/officeart/2005/8/layout/list1"/>
    <dgm:cxn modelId="{ADB033C1-B6AE-487A-AE8E-DDF42549AE9A}" type="presParOf" srcId="{861E141E-A6A4-4AF8-AC92-FFACB9155C63}" destId="{63B4D395-AE0B-47BB-9978-A990F060335B}" srcOrd="12" destOrd="0" presId="urn:microsoft.com/office/officeart/2005/8/layout/list1"/>
    <dgm:cxn modelId="{72D33576-33F4-4B2D-8321-6038FDB2998F}" type="presParOf" srcId="{63B4D395-AE0B-47BB-9978-A990F060335B}" destId="{4A61FD54-C6E6-44C3-9938-733AAD11B618}" srcOrd="0" destOrd="0" presId="urn:microsoft.com/office/officeart/2005/8/layout/list1"/>
    <dgm:cxn modelId="{2196D13A-9245-4569-860F-E01A47DE6A24}" type="presParOf" srcId="{63B4D395-AE0B-47BB-9978-A990F060335B}" destId="{6B1D9B85-76BB-4BCE-914F-94F2B11C498A}" srcOrd="1" destOrd="0" presId="urn:microsoft.com/office/officeart/2005/8/layout/list1"/>
    <dgm:cxn modelId="{27E64996-CCD1-4F32-B7EE-763CCB8CA51E}" type="presParOf" srcId="{861E141E-A6A4-4AF8-AC92-FFACB9155C63}" destId="{CE87A2BB-2F11-4A64-9B82-39D193785D9C}" srcOrd="13" destOrd="0" presId="urn:microsoft.com/office/officeart/2005/8/layout/list1"/>
    <dgm:cxn modelId="{A92299E1-DC47-4F06-842C-7E2EF55F567D}" type="presParOf" srcId="{861E141E-A6A4-4AF8-AC92-FFACB9155C63}" destId="{D25573DE-63AC-46A1-9F4B-AA74079BEDE2}"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FA295F-8EC1-4ED2-BC0B-6FE22663E2B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001518C-55E0-4905-B902-8EBC524977CD}">
      <dgm:prSet/>
      <dgm:spPr/>
      <dgm:t>
        <a:bodyPr/>
        <a:lstStyle/>
        <a:p>
          <a:r>
            <a:rPr lang="en-US" b="1"/>
            <a:t>Performance Metric - RMSE:</a:t>
          </a:r>
          <a:endParaRPr lang="en-US"/>
        </a:p>
      </dgm:t>
    </dgm:pt>
    <dgm:pt modelId="{E3DC9559-7CF3-430A-9515-81841792ADD3}" type="parTrans" cxnId="{AC905F2A-5F2A-40F2-85D9-5549D9946453}">
      <dgm:prSet/>
      <dgm:spPr/>
      <dgm:t>
        <a:bodyPr/>
        <a:lstStyle/>
        <a:p>
          <a:endParaRPr lang="en-US"/>
        </a:p>
      </dgm:t>
    </dgm:pt>
    <dgm:pt modelId="{AE4C41A0-D1B3-43A1-B79B-99586F1E9DC1}" type="sibTrans" cxnId="{AC905F2A-5F2A-40F2-85D9-5549D9946453}">
      <dgm:prSet/>
      <dgm:spPr/>
      <dgm:t>
        <a:bodyPr/>
        <a:lstStyle/>
        <a:p>
          <a:endParaRPr lang="en-US"/>
        </a:p>
      </dgm:t>
    </dgm:pt>
    <dgm:pt modelId="{827F4750-B9FD-4C0D-866B-5E7229BCD0C8}">
      <dgm:prSet/>
      <dgm:spPr/>
      <dgm:t>
        <a:bodyPr/>
        <a:lstStyle/>
        <a:p>
          <a:r>
            <a:rPr lang="en-US"/>
            <a:t>Demonstrated a low RMSE of 0.2114.</a:t>
          </a:r>
        </a:p>
      </dgm:t>
    </dgm:pt>
    <dgm:pt modelId="{9A417355-B492-40E3-BC1F-C58BCCA8E0A6}" type="parTrans" cxnId="{15180226-148E-4954-80A2-BF5FB2730C49}">
      <dgm:prSet/>
      <dgm:spPr/>
      <dgm:t>
        <a:bodyPr/>
        <a:lstStyle/>
        <a:p>
          <a:endParaRPr lang="en-US"/>
        </a:p>
      </dgm:t>
    </dgm:pt>
    <dgm:pt modelId="{851A67E5-1842-4B26-90D7-C3921AF6B9A9}" type="sibTrans" cxnId="{15180226-148E-4954-80A2-BF5FB2730C49}">
      <dgm:prSet/>
      <dgm:spPr/>
      <dgm:t>
        <a:bodyPr/>
        <a:lstStyle/>
        <a:p>
          <a:endParaRPr lang="en-US"/>
        </a:p>
      </dgm:t>
    </dgm:pt>
    <dgm:pt modelId="{EC687396-8B06-4B84-BDE0-2088B14908AB}">
      <dgm:prSet/>
      <dgm:spPr/>
      <dgm:t>
        <a:bodyPr/>
        <a:lstStyle/>
        <a:p>
          <a:r>
            <a:rPr lang="en-US"/>
            <a:t>Known for interpretability, making it suitable for understanding variable</a:t>
          </a:r>
          <a:r>
            <a:rPr lang="en-US" b="0"/>
            <a:t> </a:t>
          </a:r>
          <a:r>
            <a:rPr lang="en-US"/>
            <a:t>importance.</a:t>
          </a:r>
        </a:p>
      </dgm:t>
    </dgm:pt>
    <dgm:pt modelId="{4322F808-9694-4118-A09B-280B795EE650}" type="parTrans" cxnId="{F2BE2EDE-FA24-4F17-8614-641F0D950D37}">
      <dgm:prSet/>
      <dgm:spPr/>
      <dgm:t>
        <a:bodyPr/>
        <a:lstStyle/>
        <a:p>
          <a:endParaRPr lang="en-US"/>
        </a:p>
      </dgm:t>
    </dgm:pt>
    <dgm:pt modelId="{D9F1CEF4-ACD6-4AA3-B868-CD4E779128BA}" type="sibTrans" cxnId="{F2BE2EDE-FA24-4F17-8614-641F0D950D37}">
      <dgm:prSet/>
      <dgm:spPr/>
      <dgm:t>
        <a:bodyPr/>
        <a:lstStyle/>
        <a:p>
          <a:endParaRPr lang="en-US"/>
        </a:p>
      </dgm:t>
    </dgm:pt>
    <dgm:pt modelId="{61208A15-DFF4-4ABC-9494-D5E627E12F21}">
      <dgm:prSet/>
      <dgm:spPr/>
      <dgm:t>
        <a:bodyPr/>
        <a:lstStyle/>
        <a:p>
          <a:r>
            <a:rPr lang="en-US" b="1"/>
            <a:t>Interpretability and Insights:</a:t>
          </a:r>
          <a:endParaRPr lang="en-US"/>
        </a:p>
      </dgm:t>
    </dgm:pt>
    <dgm:pt modelId="{B083EB04-256F-4C38-80B6-FBDB12A763FD}" type="parTrans" cxnId="{237F02EF-8068-4FA7-AB8B-391004D490FF}">
      <dgm:prSet/>
      <dgm:spPr/>
      <dgm:t>
        <a:bodyPr/>
        <a:lstStyle/>
        <a:p>
          <a:endParaRPr lang="en-US"/>
        </a:p>
      </dgm:t>
    </dgm:pt>
    <dgm:pt modelId="{8F5D6C0C-C3A3-4CDB-9437-A72F8256DC5E}" type="sibTrans" cxnId="{237F02EF-8068-4FA7-AB8B-391004D490FF}">
      <dgm:prSet/>
      <dgm:spPr/>
      <dgm:t>
        <a:bodyPr/>
        <a:lstStyle/>
        <a:p>
          <a:endParaRPr lang="en-US"/>
        </a:p>
      </dgm:t>
    </dgm:pt>
    <dgm:pt modelId="{4081B664-821F-4549-9AC4-525789BB3CB7}">
      <dgm:prSet/>
      <dgm:spPr/>
      <dgm:t>
        <a:bodyPr/>
        <a:lstStyle/>
        <a:p>
          <a:r>
            <a:rPr lang="en-US"/>
            <a:t>Operates by recursively partitioning data based on features.</a:t>
          </a:r>
        </a:p>
      </dgm:t>
    </dgm:pt>
    <dgm:pt modelId="{D543B918-9049-428D-901E-1E3EC2C92A03}" type="parTrans" cxnId="{EC7C1B50-A2E9-4CEE-B273-4680F20C9952}">
      <dgm:prSet/>
      <dgm:spPr/>
      <dgm:t>
        <a:bodyPr/>
        <a:lstStyle/>
        <a:p>
          <a:endParaRPr lang="en-US"/>
        </a:p>
      </dgm:t>
    </dgm:pt>
    <dgm:pt modelId="{85FF2CC6-FC3C-4223-BAD9-625037826BB3}" type="sibTrans" cxnId="{EC7C1B50-A2E9-4CEE-B273-4680F20C9952}">
      <dgm:prSet/>
      <dgm:spPr/>
      <dgm:t>
        <a:bodyPr/>
        <a:lstStyle/>
        <a:p>
          <a:endParaRPr lang="en-US"/>
        </a:p>
      </dgm:t>
    </dgm:pt>
    <dgm:pt modelId="{42F22C36-BED9-47E6-B05F-53339BC2C1DB}">
      <dgm:prSet/>
      <dgm:spPr/>
      <dgm:t>
        <a:bodyPr/>
        <a:lstStyle/>
        <a:p>
          <a:r>
            <a:rPr lang="en-US"/>
            <a:t>Provides valuable insights into factors influencing crop yields.</a:t>
          </a:r>
        </a:p>
      </dgm:t>
    </dgm:pt>
    <dgm:pt modelId="{31777EB4-6677-4625-80C1-943256CE14A0}" type="parTrans" cxnId="{7EDD229C-A514-46F1-80A7-81323F48532A}">
      <dgm:prSet/>
      <dgm:spPr/>
      <dgm:t>
        <a:bodyPr/>
        <a:lstStyle/>
        <a:p>
          <a:endParaRPr lang="en-US"/>
        </a:p>
      </dgm:t>
    </dgm:pt>
    <dgm:pt modelId="{844C6934-705B-4641-A742-CC1826864F7C}" type="sibTrans" cxnId="{7EDD229C-A514-46F1-80A7-81323F48532A}">
      <dgm:prSet/>
      <dgm:spPr/>
      <dgm:t>
        <a:bodyPr/>
        <a:lstStyle/>
        <a:p>
          <a:endParaRPr lang="en-US"/>
        </a:p>
      </dgm:t>
    </dgm:pt>
    <dgm:pt modelId="{B3291BF9-EB23-4CCA-90A3-73C82BC78EBE}">
      <dgm:prSet/>
      <dgm:spPr/>
      <dgm:t>
        <a:bodyPr/>
        <a:lstStyle/>
        <a:p>
          <a:endParaRPr lang="en-US" b="1" dirty="0"/>
        </a:p>
      </dgm:t>
    </dgm:pt>
    <dgm:pt modelId="{EE96D4CA-06DD-473B-9408-39B3AB6E7969}" type="parTrans" cxnId="{69D87F93-85A3-4F2D-A717-0156508AAFAE}">
      <dgm:prSet/>
      <dgm:spPr/>
      <dgm:t>
        <a:bodyPr/>
        <a:lstStyle/>
        <a:p>
          <a:endParaRPr lang="en-US"/>
        </a:p>
      </dgm:t>
    </dgm:pt>
    <dgm:pt modelId="{67A1478D-D375-441E-B9D5-A8E174112EAF}" type="sibTrans" cxnId="{69D87F93-85A3-4F2D-A717-0156508AAFAE}">
      <dgm:prSet/>
      <dgm:spPr/>
      <dgm:t>
        <a:bodyPr/>
        <a:lstStyle/>
        <a:p>
          <a:endParaRPr lang="en-US"/>
        </a:p>
      </dgm:t>
    </dgm:pt>
    <dgm:pt modelId="{FB146E66-BDE4-4A87-97D1-325B611659BD}">
      <dgm:prSet phldr="0"/>
      <dgm:spPr/>
      <dgm:t>
        <a:bodyPr/>
        <a:lstStyle/>
        <a:p>
          <a:r>
            <a:rPr lang="en-US" b="1"/>
            <a:t>Decision Tree:</a:t>
          </a:r>
          <a:endParaRPr lang="en-US" b="0">
            <a:latin typeface="Calibri Light" panose="020F0302020204030204"/>
          </a:endParaRPr>
        </a:p>
      </dgm:t>
    </dgm:pt>
    <dgm:pt modelId="{52B487E2-8AEF-4757-A86F-3D3865648EC3}" type="parTrans" cxnId="{02A22FC1-91BB-45FF-B1FF-809D13192B10}">
      <dgm:prSet/>
      <dgm:spPr/>
    </dgm:pt>
    <dgm:pt modelId="{29FED24A-E2C9-449B-9E2E-C3B4ED73AA46}" type="sibTrans" cxnId="{02A22FC1-91BB-45FF-B1FF-809D13192B10}">
      <dgm:prSet/>
      <dgm:spPr/>
    </dgm:pt>
    <dgm:pt modelId="{D69E0AC2-07BF-4504-A04A-F8460172E2F1}" type="pres">
      <dgm:prSet presAssocID="{16FA295F-8EC1-4ED2-BC0B-6FE22663E2BA}" presName="linear" presStyleCnt="0">
        <dgm:presLayoutVars>
          <dgm:dir/>
          <dgm:animLvl val="lvl"/>
          <dgm:resizeHandles val="exact"/>
        </dgm:presLayoutVars>
      </dgm:prSet>
      <dgm:spPr/>
    </dgm:pt>
    <dgm:pt modelId="{A0A470A8-50BD-4F9F-8F4C-16264057F8DA}" type="pres">
      <dgm:prSet presAssocID="{FB146E66-BDE4-4A87-97D1-325B611659BD}" presName="parentLin" presStyleCnt="0"/>
      <dgm:spPr/>
    </dgm:pt>
    <dgm:pt modelId="{60D33BAA-8532-4EEC-9117-77C8CC06A692}" type="pres">
      <dgm:prSet presAssocID="{FB146E66-BDE4-4A87-97D1-325B611659BD}" presName="parentLeftMargin" presStyleLbl="node1" presStyleIdx="0" presStyleCnt="4"/>
      <dgm:spPr/>
    </dgm:pt>
    <dgm:pt modelId="{FDD50A76-2FC8-4493-9382-A25930C86865}" type="pres">
      <dgm:prSet presAssocID="{FB146E66-BDE4-4A87-97D1-325B611659BD}" presName="parentText" presStyleLbl="node1" presStyleIdx="0" presStyleCnt="4">
        <dgm:presLayoutVars>
          <dgm:chMax val="0"/>
          <dgm:bulletEnabled val="1"/>
        </dgm:presLayoutVars>
      </dgm:prSet>
      <dgm:spPr/>
    </dgm:pt>
    <dgm:pt modelId="{65C95889-0F94-4680-A008-A271953AFA4B}" type="pres">
      <dgm:prSet presAssocID="{FB146E66-BDE4-4A87-97D1-325B611659BD}" presName="negativeSpace" presStyleCnt="0"/>
      <dgm:spPr/>
    </dgm:pt>
    <dgm:pt modelId="{92108CB0-0FDD-4456-82C5-4E0ECF7CE993}" type="pres">
      <dgm:prSet presAssocID="{FB146E66-BDE4-4A87-97D1-325B611659BD}" presName="childText" presStyleLbl="conFgAcc1" presStyleIdx="0" presStyleCnt="4">
        <dgm:presLayoutVars>
          <dgm:bulletEnabled val="1"/>
        </dgm:presLayoutVars>
      </dgm:prSet>
      <dgm:spPr/>
    </dgm:pt>
    <dgm:pt modelId="{D7683A00-8298-4B63-982B-6EE09C6CBF48}" type="pres">
      <dgm:prSet presAssocID="{29FED24A-E2C9-449B-9E2E-C3B4ED73AA46}" presName="spaceBetweenRectangles" presStyleCnt="0"/>
      <dgm:spPr/>
    </dgm:pt>
    <dgm:pt modelId="{22120D17-D16C-4ADA-B763-EA7C4CFFD13B}" type="pres">
      <dgm:prSet presAssocID="{3001518C-55E0-4905-B902-8EBC524977CD}" presName="parentLin" presStyleCnt="0"/>
      <dgm:spPr/>
    </dgm:pt>
    <dgm:pt modelId="{FC659F44-FD9C-426B-BB47-CAAC4CA92E42}" type="pres">
      <dgm:prSet presAssocID="{3001518C-55E0-4905-B902-8EBC524977CD}" presName="parentLeftMargin" presStyleLbl="node1" presStyleIdx="0" presStyleCnt="4"/>
      <dgm:spPr/>
    </dgm:pt>
    <dgm:pt modelId="{0E5AF2C2-385E-4904-A3DF-EE9ED36F1203}" type="pres">
      <dgm:prSet presAssocID="{3001518C-55E0-4905-B902-8EBC524977CD}" presName="parentText" presStyleLbl="node1" presStyleIdx="1" presStyleCnt="4">
        <dgm:presLayoutVars>
          <dgm:chMax val="0"/>
          <dgm:bulletEnabled val="1"/>
        </dgm:presLayoutVars>
      </dgm:prSet>
      <dgm:spPr/>
    </dgm:pt>
    <dgm:pt modelId="{CCF70472-8CC9-4952-B7CC-772A5ADD3378}" type="pres">
      <dgm:prSet presAssocID="{3001518C-55E0-4905-B902-8EBC524977CD}" presName="negativeSpace" presStyleCnt="0"/>
      <dgm:spPr/>
    </dgm:pt>
    <dgm:pt modelId="{E5DD6AA6-E737-4375-8249-2E8178726107}" type="pres">
      <dgm:prSet presAssocID="{3001518C-55E0-4905-B902-8EBC524977CD}" presName="childText" presStyleLbl="conFgAcc1" presStyleIdx="1" presStyleCnt="4">
        <dgm:presLayoutVars>
          <dgm:bulletEnabled val="1"/>
        </dgm:presLayoutVars>
      </dgm:prSet>
      <dgm:spPr/>
    </dgm:pt>
    <dgm:pt modelId="{289555C4-4938-4F4E-9247-9DD19E2C4F60}" type="pres">
      <dgm:prSet presAssocID="{AE4C41A0-D1B3-43A1-B79B-99586F1E9DC1}" presName="spaceBetweenRectangles" presStyleCnt="0"/>
      <dgm:spPr/>
    </dgm:pt>
    <dgm:pt modelId="{3F1EB14F-AD64-4970-8C50-A014848A2BAA}" type="pres">
      <dgm:prSet presAssocID="{61208A15-DFF4-4ABC-9494-D5E627E12F21}" presName="parentLin" presStyleCnt="0"/>
      <dgm:spPr/>
    </dgm:pt>
    <dgm:pt modelId="{1BDFA12E-4F36-4D2A-886E-E24DFFFADC76}" type="pres">
      <dgm:prSet presAssocID="{61208A15-DFF4-4ABC-9494-D5E627E12F21}" presName="parentLeftMargin" presStyleLbl="node1" presStyleIdx="1" presStyleCnt="4"/>
      <dgm:spPr/>
    </dgm:pt>
    <dgm:pt modelId="{600E7873-9BE6-4F92-ABC0-1D27E4A9EAEB}" type="pres">
      <dgm:prSet presAssocID="{61208A15-DFF4-4ABC-9494-D5E627E12F21}" presName="parentText" presStyleLbl="node1" presStyleIdx="2" presStyleCnt="4">
        <dgm:presLayoutVars>
          <dgm:chMax val="0"/>
          <dgm:bulletEnabled val="1"/>
        </dgm:presLayoutVars>
      </dgm:prSet>
      <dgm:spPr/>
    </dgm:pt>
    <dgm:pt modelId="{3B21F903-F290-4BEA-BBAF-5B5D06BC7D79}" type="pres">
      <dgm:prSet presAssocID="{61208A15-DFF4-4ABC-9494-D5E627E12F21}" presName="negativeSpace" presStyleCnt="0"/>
      <dgm:spPr/>
    </dgm:pt>
    <dgm:pt modelId="{6200AE06-7B19-4748-A890-F72FC627E445}" type="pres">
      <dgm:prSet presAssocID="{61208A15-DFF4-4ABC-9494-D5E627E12F21}" presName="childText" presStyleLbl="conFgAcc1" presStyleIdx="2" presStyleCnt="4">
        <dgm:presLayoutVars>
          <dgm:bulletEnabled val="1"/>
        </dgm:presLayoutVars>
      </dgm:prSet>
      <dgm:spPr/>
    </dgm:pt>
    <dgm:pt modelId="{0968C7B6-D013-40FD-A153-501E323F722E}" type="pres">
      <dgm:prSet presAssocID="{8F5D6C0C-C3A3-4CDB-9437-A72F8256DC5E}" presName="spaceBetweenRectangles" presStyleCnt="0"/>
      <dgm:spPr/>
    </dgm:pt>
    <dgm:pt modelId="{CD68DD01-0812-4077-9A65-836235A537BC}" type="pres">
      <dgm:prSet presAssocID="{B3291BF9-EB23-4CCA-90A3-73C82BC78EBE}" presName="parentLin" presStyleCnt="0"/>
      <dgm:spPr/>
    </dgm:pt>
    <dgm:pt modelId="{398FF45D-DD99-4675-B72D-E800CE6089C8}" type="pres">
      <dgm:prSet presAssocID="{B3291BF9-EB23-4CCA-90A3-73C82BC78EBE}" presName="parentLeftMargin" presStyleLbl="node1" presStyleIdx="2" presStyleCnt="4"/>
      <dgm:spPr/>
    </dgm:pt>
    <dgm:pt modelId="{267372CC-6BC4-4181-BA7A-BDC01F05CE08}" type="pres">
      <dgm:prSet presAssocID="{B3291BF9-EB23-4CCA-90A3-73C82BC78EBE}" presName="parentText" presStyleLbl="node1" presStyleIdx="3" presStyleCnt="4">
        <dgm:presLayoutVars>
          <dgm:chMax val="0"/>
          <dgm:bulletEnabled val="1"/>
        </dgm:presLayoutVars>
      </dgm:prSet>
      <dgm:spPr/>
    </dgm:pt>
    <dgm:pt modelId="{C82FA70A-BE8D-4CB8-96E2-11B173F885D6}" type="pres">
      <dgm:prSet presAssocID="{B3291BF9-EB23-4CCA-90A3-73C82BC78EBE}" presName="negativeSpace" presStyleCnt="0"/>
      <dgm:spPr/>
    </dgm:pt>
    <dgm:pt modelId="{EDEC928B-E3E0-4020-8469-28B7DDEC62DA}" type="pres">
      <dgm:prSet presAssocID="{B3291BF9-EB23-4CCA-90A3-73C82BC78EBE}" presName="childText" presStyleLbl="conFgAcc1" presStyleIdx="3" presStyleCnt="4">
        <dgm:presLayoutVars>
          <dgm:bulletEnabled val="1"/>
        </dgm:presLayoutVars>
      </dgm:prSet>
      <dgm:spPr/>
    </dgm:pt>
  </dgm:ptLst>
  <dgm:cxnLst>
    <dgm:cxn modelId="{C2445722-3E46-4929-B115-9CF93DEA1E91}" type="presOf" srcId="{3001518C-55E0-4905-B902-8EBC524977CD}" destId="{FC659F44-FD9C-426B-BB47-CAAC4CA92E42}" srcOrd="0" destOrd="0" presId="urn:microsoft.com/office/officeart/2005/8/layout/list1"/>
    <dgm:cxn modelId="{15180226-148E-4954-80A2-BF5FB2730C49}" srcId="{3001518C-55E0-4905-B902-8EBC524977CD}" destId="{827F4750-B9FD-4C0D-866B-5E7229BCD0C8}" srcOrd="0" destOrd="0" parTransId="{9A417355-B492-40E3-BC1F-C58BCCA8E0A6}" sibTransId="{851A67E5-1842-4B26-90D7-C3921AF6B9A9}"/>
    <dgm:cxn modelId="{AC905F2A-5F2A-40F2-85D9-5549D9946453}" srcId="{16FA295F-8EC1-4ED2-BC0B-6FE22663E2BA}" destId="{3001518C-55E0-4905-B902-8EBC524977CD}" srcOrd="1" destOrd="0" parTransId="{E3DC9559-7CF3-430A-9515-81841792ADD3}" sibTransId="{AE4C41A0-D1B3-43A1-B79B-99586F1E9DC1}"/>
    <dgm:cxn modelId="{5CF1CA2C-9196-4D07-8244-305E045FE356}" type="presOf" srcId="{EC687396-8B06-4B84-BDE0-2088B14908AB}" destId="{E5DD6AA6-E737-4375-8249-2E8178726107}" srcOrd="0" destOrd="1" presId="urn:microsoft.com/office/officeart/2005/8/layout/list1"/>
    <dgm:cxn modelId="{72EAA92D-B877-4C70-862F-77A4F9073AC3}" type="presOf" srcId="{61208A15-DFF4-4ABC-9494-D5E627E12F21}" destId="{1BDFA12E-4F36-4D2A-886E-E24DFFFADC76}" srcOrd="0" destOrd="0" presId="urn:microsoft.com/office/officeart/2005/8/layout/list1"/>
    <dgm:cxn modelId="{747B403C-6E0B-4477-BD60-5E11A7E7BCB9}" type="presOf" srcId="{FB146E66-BDE4-4A87-97D1-325B611659BD}" destId="{FDD50A76-2FC8-4493-9382-A25930C86865}" srcOrd="1" destOrd="0" presId="urn:microsoft.com/office/officeart/2005/8/layout/list1"/>
    <dgm:cxn modelId="{EC7C1B50-A2E9-4CEE-B273-4680F20C9952}" srcId="{61208A15-DFF4-4ABC-9494-D5E627E12F21}" destId="{4081B664-821F-4549-9AC4-525789BB3CB7}" srcOrd="0" destOrd="0" parTransId="{D543B918-9049-428D-901E-1E3EC2C92A03}" sibTransId="{85FF2CC6-FC3C-4223-BAD9-625037826BB3}"/>
    <dgm:cxn modelId="{A3EAE078-D6E3-4ACB-AE1E-8B6A01CEEAEE}" type="presOf" srcId="{3001518C-55E0-4905-B902-8EBC524977CD}" destId="{0E5AF2C2-385E-4904-A3DF-EE9ED36F1203}" srcOrd="1" destOrd="0" presId="urn:microsoft.com/office/officeart/2005/8/layout/list1"/>
    <dgm:cxn modelId="{00E6B380-BB9F-4B72-A117-C4B0CAFC84CB}" type="presOf" srcId="{4081B664-821F-4549-9AC4-525789BB3CB7}" destId="{6200AE06-7B19-4748-A890-F72FC627E445}" srcOrd="0" destOrd="0" presId="urn:microsoft.com/office/officeart/2005/8/layout/list1"/>
    <dgm:cxn modelId="{7E40D980-4E5D-44D1-8654-C9AD602D16FB}" type="presOf" srcId="{61208A15-DFF4-4ABC-9494-D5E627E12F21}" destId="{600E7873-9BE6-4F92-ABC0-1D27E4A9EAEB}" srcOrd="1" destOrd="0" presId="urn:microsoft.com/office/officeart/2005/8/layout/list1"/>
    <dgm:cxn modelId="{70572891-307F-497C-86D4-03324B298BE2}" type="presOf" srcId="{FB146E66-BDE4-4A87-97D1-325B611659BD}" destId="{60D33BAA-8532-4EEC-9117-77C8CC06A692}" srcOrd="0" destOrd="0" presId="urn:microsoft.com/office/officeart/2005/8/layout/list1"/>
    <dgm:cxn modelId="{69D87F93-85A3-4F2D-A717-0156508AAFAE}" srcId="{16FA295F-8EC1-4ED2-BC0B-6FE22663E2BA}" destId="{B3291BF9-EB23-4CCA-90A3-73C82BC78EBE}" srcOrd="3" destOrd="0" parTransId="{EE96D4CA-06DD-473B-9408-39B3AB6E7969}" sibTransId="{67A1478D-D375-441E-B9D5-A8E174112EAF}"/>
    <dgm:cxn modelId="{7EDD229C-A514-46F1-80A7-81323F48532A}" srcId="{61208A15-DFF4-4ABC-9494-D5E627E12F21}" destId="{42F22C36-BED9-47E6-B05F-53339BC2C1DB}" srcOrd="1" destOrd="0" parTransId="{31777EB4-6677-4625-80C1-943256CE14A0}" sibTransId="{844C6934-705B-4641-A742-CC1826864F7C}"/>
    <dgm:cxn modelId="{A3CD8CA7-0B91-4DF3-BDBE-E7F9908ED799}" type="presOf" srcId="{16FA295F-8EC1-4ED2-BC0B-6FE22663E2BA}" destId="{D69E0AC2-07BF-4504-A04A-F8460172E2F1}" srcOrd="0" destOrd="0" presId="urn:microsoft.com/office/officeart/2005/8/layout/list1"/>
    <dgm:cxn modelId="{C026D7B5-8A45-4418-B670-9E0B3A5AE788}" type="presOf" srcId="{B3291BF9-EB23-4CCA-90A3-73C82BC78EBE}" destId="{398FF45D-DD99-4675-B72D-E800CE6089C8}" srcOrd="0" destOrd="0" presId="urn:microsoft.com/office/officeart/2005/8/layout/list1"/>
    <dgm:cxn modelId="{02A22FC1-91BB-45FF-B1FF-809D13192B10}" srcId="{16FA295F-8EC1-4ED2-BC0B-6FE22663E2BA}" destId="{FB146E66-BDE4-4A87-97D1-325B611659BD}" srcOrd="0" destOrd="0" parTransId="{52B487E2-8AEF-4757-A86F-3D3865648EC3}" sibTransId="{29FED24A-E2C9-449B-9E2E-C3B4ED73AA46}"/>
    <dgm:cxn modelId="{98BE02C5-DB81-49A8-856D-339560D11E7E}" type="presOf" srcId="{827F4750-B9FD-4C0D-866B-5E7229BCD0C8}" destId="{E5DD6AA6-E737-4375-8249-2E8178726107}" srcOrd="0" destOrd="0" presId="urn:microsoft.com/office/officeart/2005/8/layout/list1"/>
    <dgm:cxn modelId="{8707FED4-7F15-42D2-95CC-F459865FCC1F}" type="presOf" srcId="{42F22C36-BED9-47E6-B05F-53339BC2C1DB}" destId="{6200AE06-7B19-4748-A890-F72FC627E445}" srcOrd="0" destOrd="1" presId="urn:microsoft.com/office/officeart/2005/8/layout/list1"/>
    <dgm:cxn modelId="{F2BE2EDE-FA24-4F17-8614-641F0D950D37}" srcId="{3001518C-55E0-4905-B902-8EBC524977CD}" destId="{EC687396-8B06-4B84-BDE0-2088B14908AB}" srcOrd="1" destOrd="0" parTransId="{4322F808-9694-4118-A09B-280B795EE650}" sibTransId="{D9F1CEF4-ACD6-4AA3-B868-CD4E779128BA}"/>
    <dgm:cxn modelId="{237F02EF-8068-4FA7-AB8B-391004D490FF}" srcId="{16FA295F-8EC1-4ED2-BC0B-6FE22663E2BA}" destId="{61208A15-DFF4-4ABC-9494-D5E627E12F21}" srcOrd="2" destOrd="0" parTransId="{B083EB04-256F-4C38-80B6-FBDB12A763FD}" sibTransId="{8F5D6C0C-C3A3-4CDB-9437-A72F8256DC5E}"/>
    <dgm:cxn modelId="{4EA615F6-8C4A-442A-BE97-0172414EB4FA}" type="presOf" srcId="{B3291BF9-EB23-4CCA-90A3-73C82BC78EBE}" destId="{267372CC-6BC4-4181-BA7A-BDC01F05CE08}" srcOrd="1" destOrd="0" presId="urn:microsoft.com/office/officeart/2005/8/layout/list1"/>
    <dgm:cxn modelId="{6D090447-ED07-45E1-BB53-5CA2B782AE38}" type="presParOf" srcId="{D69E0AC2-07BF-4504-A04A-F8460172E2F1}" destId="{A0A470A8-50BD-4F9F-8F4C-16264057F8DA}" srcOrd="0" destOrd="0" presId="urn:microsoft.com/office/officeart/2005/8/layout/list1"/>
    <dgm:cxn modelId="{4DFAE0E8-A883-4252-B174-A46F783DEB58}" type="presParOf" srcId="{A0A470A8-50BD-4F9F-8F4C-16264057F8DA}" destId="{60D33BAA-8532-4EEC-9117-77C8CC06A692}" srcOrd="0" destOrd="0" presId="urn:microsoft.com/office/officeart/2005/8/layout/list1"/>
    <dgm:cxn modelId="{8C61BFC6-88C6-4D92-831F-1BAA9D3709E1}" type="presParOf" srcId="{A0A470A8-50BD-4F9F-8F4C-16264057F8DA}" destId="{FDD50A76-2FC8-4493-9382-A25930C86865}" srcOrd="1" destOrd="0" presId="urn:microsoft.com/office/officeart/2005/8/layout/list1"/>
    <dgm:cxn modelId="{8D796C60-249A-4B80-A021-4591AF6ABA3F}" type="presParOf" srcId="{D69E0AC2-07BF-4504-A04A-F8460172E2F1}" destId="{65C95889-0F94-4680-A008-A271953AFA4B}" srcOrd="1" destOrd="0" presId="urn:microsoft.com/office/officeart/2005/8/layout/list1"/>
    <dgm:cxn modelId="{401937CD-917C-41F3-9717-A9020D8E246D}" type="presParOf" srcId="{D69E0AC2-07BF-4504-A04A-F8460172E2F1}" destId="{92108CB0-0FDD-4456-82C5-4E0ECF7CE993}" srcOrd="2" destOrd="0" presId="urn:microsoft.com/office/officeart/2005/8/layout/list1"/>
    <dgm:cxn modelId="{07A4EC8D-AD31-4D3F-8CC5-0911106C0E51}" type="presParOf" srcId="{D69E0AC2-07BF-4504-A04A-F8460172E2F1}" destId="{D7683A00-8298-4B63-982B-6EE09C6CBF48}" srcOrd="3" destOrd="0" presId="urn:microsoft.com/office/officeart/2005/8/layout/list1"/>
    <dgm:cxn modelId="{9BFE566E-029B-41C8-B2FA-8CF7F34095AF}" type="presParOf" srcId="{D69E0AC2-07BF-4504-A04A-F8460172E2F1}" destId="{22120D17-D16C-4ADA-B763-EA7C4CFFD13B}" srcOrd="4" destOrd="0" presId="urn:microsoft.com/office/officeart/2005/8/layout/list1"/>
    <dgm:cxn modelId="{C0E38835-CC6A-440B-B020-98FC1077ECD6}" type="presParOf" srcId="{22120D17-D16C-4ADA-B763-EA7C4CFFD13B}" destId="{FC659F44-FD9C-426B-BB47-CAAC4CA92E42}" srcOrd="0" destOrd="0" presId="urn:microsoft.com/office/officeart/2005/8/layout/list1"/>
    <dgm:cxn modelId="{CA7549F6-1B3A-42E4-9528-AAED92605164}" type="presParOf" srcId="{22120D17-D16C-4ADA-B763-EA7C4CFFD13B}" destId="{0E5AF2C2-385E-4904-A3DF-EE9ED36F1203}" srcOrd="1" destOrd="0" presId="urn:microsoft.com/office/officeart/2005/8/layout/list1"/>
    <dgm:cxn modelId="{C0F086D1-0C1C-431D-8BEA-EC81DB32C799}" type="presParOf" srcId="{D69E0AC2-07BF-4504-A04A-F8460172E2F1}" destId="{CCF70472-8CC9-4952-B7CC-772A5ADD3378}" srcOrd="5" destOrd="0" presId="urn:microsoft.com/office/officeart/2005/8/layout/list1"/>
    <dgm:cxn modelId="{7AD71549-D170-468C-81D8-CD68DA77A888}" type="presParOf" srcId="{D69E0AC2-07BF-4504-A04A-F8460172E2F1}" destId="{E5DD6AA6-E737-4375-8249-2E8178726107}" srcOrd="6" destOrd="0" presId="urn:microsoft.com/office/officeart/2005/8/layout/list1"/>
    <dgm:cxn modelId="{0B9BA881-2208-4FA0-81D0-58E926E3740E}" type="presParOf" srcId="{D69E0AC2-07BF-4504-A04A-F8460172E2F1}" destId="{289555C4-4938-4F4E-9247-9DD19E2C4F60}" srcOrd="7" destOrd="0" presId="urn:microsoft.com/office/officeart/2005/8/layout/list1"/>
    <dgm:cxn modelId="{66CDA7C3-F155-4AE0-8A01-779A4C43EB2C}" type="presParOf" srcId="{D69E0AC2-07BF-4504-A04A-F8460172E2F1}" destId="{3F1EB14F-AD64-4970-8C50-A014848A2BAA}" srcOrd="8" destOrd="0" presId="urn:microsoft.com/office/officeart/2005/8/layout/list1"/>
    <dgm:cxn modelId="{7AF90215-DB9F-4865-AB51-F2116C505873}" type="presParOf" srcId="{3F1EB14F-AD64-4970-8C50-A014848A2BAA}" destId="{1BDFA12E-4F36-4D2A-886E-E24DFFFADC76}" srcOrd="0" destOrd="0" presId="urn:microsoft.com/office/officeart/2005/8/layout/list1"/>
    <dgm:cxn modelId="{B10846B3-49F0-4E65-A5B2-54A21F2F73F7}" type="presParOf" srcId="{3F1EB14F-AD64-4970-8C50-A014848A2BAA}" destId="{600E7873-9BE6-4F92-ABC0-1D27E4A9EAEB}" srcOrd="1" destOrd="0" presId="urn:microsoft.com/office/officeart/2005/8/layout/list1"/>
    <dgm:cxn modelId="{18C59098-E976-4306-9A4D-13E371DF2D22}" type="presParOf" srcId="{D69E0AC2-07BF-4504-A04A-F8460172E2F1}" destId="{3B21F903-F290-4BEA-BBAF-5B5D06BC7D79}" srcOrd="9" destOrd="0" presId="urn:microsoft.com/office/officeart/2005/8/layout/list1"/>
    <dgm:cxn modelId="{82261AFA-23C2-4BB6-BA58-B97E6C11159E}" type="presParOf" srcId="{D69E0AC2-07BF-4504-A04A-F8460172E2F1}" destId="{6200AE06-7B19-4748-A890-F72FC627E445}" srcOrd="10" destOrd="0" presId="urn:microsoft.com/office/officeart/2005/8/layout/list1"/>
    <dgm:cxn modelId="{BC4F5935-9CFC-4CD1-B971-68830714DBDE}" type="presParOf" srcId="{D69E0AC2-07BF-4504-A04A-F8460172E2F1}" destId="{0968C7B6-D013-40FD-A153-501E323F722E}" srcOrd="11" destOrd="0" presId="urn:microsoft.com/office/officeart/2005/8/layout/list1"/>
    <dgm:cxn modelId="{A6780A9F-AADB-49F6-AB4F-7A793E2084A5}" type="presParOf" srcId="{D69E0AC2-07BF-4504-A04A-F8460172E2F1}" destId="{CD68DD01-0812-4077-9A65-836235A537BC}" srcOrd="12" destOrd="0" presId="urn:microsoft.com/office/officeart/2005/8/layout/list1"/>
    <dgm:cxn modelId="{0C6F8FFF-D4CB-4220-8649-5FC0A8D32C50}" type="presParOf" srcId="{CD68DD01-0812-4077-9A65-836235A537BC}" destId="{398FF45D-DD99-4675-B72D-E800CE6089C8}" srcOrd="0" destOrd="0" presId="urn:microsoft.com/office/officeart/2005/8/layout/list1"/>
    <dgm:cxn modelId="{9DCD2180-B7EA-463B-8705-6430BE5D0938}" type="presParOf" srcId="{CD68DD01-0812-4077-9A65-836235A537BC}" destId="{267372CC-6BC4-4181-BA7A-BDC01F05CE08}" srcOrd="1" destOrd="0" presId="urn:microsoft.com/office/officeart/2005/8/layout/list1"/>
    <dgm:cxn modelId="{DE200658-B5C5-45BE-B2B4-252D58F20D4A}" type="presParOf" srcId="{D69E0AC2-07BF-4504-A04A-F8460172E2F1}" destId="{C82FA70A-BE8D-4CB8-96E2-11B173F885D6}" srcOrd="13" destOrd="0" presId="urn:microsoft.com/office/officeart/2005/8/layout/list1"/>
    <dgm:cxn modelId="{36DBC3A2-7834-494F-9454-AA1F6191A2F7}" type="presParOf" srcId="{D69E0AC2-07BF-4504-A04A-F8460172E2F1}" destId="{EDEC928B-E3E0-4020-8469-28B7DDEC62D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4CB9B7F-B8B4-4FE7-9048-6482FCE44F43}" type="doc">
      <dgm:prSet loTypeId="urn:microsoft.com/office/officeart/2016/7/layout/VerticalDownArrowProcess" loCatId="process" qsTypeId="urn:microsoft.com/office/officeart/2005/8/quickstyle/simple4" qsCatId="simple" csTypeId="urn:microsoft.com/office/officeart/2005/8/colors/colorful1" csCatId="colorful"/>
      <dgm:spPr/>
      <dgm:t>
        <a:bodyPr/>
        <a:lstStyle/>
        <a:p>
          <a:endParaRPr lang="en-US"/>
        </a:p>
      </dgm:t>
    </dgm:pt>
    <dgm:pt modelId="{0B9C22A8-C0C6-4955-AC83-1121DC5D0450}">
      <dgm:prSet/>
      <dgm:spPr/>
      <dgm:t>
        <a:bodyPr/>
        <a:lstStyle/>
        <a:p>
          <a:r>
            <a:rPr lang="en-US" b="1"/>
            <a:t>Model Selection Criteria:</a:t>
          </a:r>
          <a:endParaRPr lang="en-US"/>
        </a:p>
      </dgm:t>
    </dgm:pt>
    <dgm:pt modelId="{FCAD20F1-E1DB-4461-8920-716973CC9D4E}" type="parTrans" cxnId="{46E6770A-AC23-4444-92A5-3EB52B370F66}">
      <dgm:prSet/>
      <dgm:spPr/>
      <dgm:t>
        <a:bodyPr/>
        <a:lstStyle/>
        <a:p>
          <a:endParaRPr lang="en-US"/>
        </a:p>
      </dgm:t>
    </dgm:pt>
    <dgm:pt modelId="{E9F962D6-7A4A-4021-AC1A-73453084F82C}" type="sibTrans" cxnId="{46E6770A-AC23-4444-92A5-3EB52B370F66}">
      <dgm:prSet/>
      <dgm:spPr/>
      <dgm:t>
        <a:bodyPr/>
        <a:lstStyle/>
        <a:p>
          <a:endParaRPr lang="en-US"/>
        </a:p>
      </dgm:t>
    </dgm:pt>
    <dgm:pt modelId="{E1B7A9D4-9A51-466D-A0FA-B629D77E0AD5}">
      <dgm:prSet/>
      <dgm:spPr/>
      <dgm:t>
        <a:bodyPr/>
        <a:lstStyle/>
        <a:p>
          <a:r>
            <a:rPr lang="en-US"/>
            <a:t>Model choice depends on dataset characteristics, variable nature, and available computational resources.</a:t>
          </a:r>
        </a:p>
      </dgm:t>
    </dgm:pt>
    <dgm:pt modelId="{B2C6BF0D-4287-4493-9291-340F49BBEA1E}" type="parTrans" cxnId="{D230E77C-57DE-4488-9880-1CC9C4DFBA18}">
      <dgm:prSet/>
      <dgm:spPr/>
      <dgm:t>
        <a:bodyPr/>
        <a:lstStyle/>
        <a:p>
          <a:endParaRPr lang="en-US"/>
        </a:p>
      </dgm:t>
    </dgm:pt>
    <dgm:pt modelId="{1B12630A-7B6D-4903-9E87-BDB9E926F93C}" type="sibTrans" cxnId="{D230E77C-57DE-4488-9880-1CC9C4DFBA18}">
      <dgm:prSet/>
      <dgm:spPr/>
      <dgm:t>
        <a:bodyPr/>
        <a:lstStyle/>
        <a:p>
          <a:endParaRPr lang="en-US"/>
        </a:p>
      </dgm:t>
    </dgm:pt>
    <dgm:pt modelId="{398BF563-E3A6-4D3C-896E-4C1124FD0103}">
      <dgm:prSet/>
      <dgm:spPr/>
      <dgm:t>
        <a:bodyPr/>
        <a:lstStyle/>
        <a:p>
          <a:r>
            <a:rPr lang="en-US" b="1"/>
            <a:t>Ensemble Models (Random Forest, GBM):</a:t>
          </a:r>
          <a:endParaRPr lang="en-US"/>
        </a:p>
      </dgm:t>
    </dgm:pt>
    <dgm:pt modelId="{C7F30E52-36B6-4E67-A11E-23D3172FD923}" type="parTrans" cxnId="{E990DD09-EB43-435D-969D-DF951C0B5A38}">
      <dgm:prSet/>
      <dgm:spPr/>
      <dgm:t>
        <a:bodyPr/>
        <a:lstStyle/>
        <a:p>
          <a:endParaRPr lang="en-US"/>
        </a:p>
      </dgm:t>
    </dgm:pt>
    <dgm:pt modelId="{3AF91855-3FAF-4BFF-959E-A5B4C37CEE40}" type="sibTrans" cxnId="{E990DD09-EB43-435D-969D-DF951C0B5A38}">
      <dgm:prSet/>
      <dgm:spPr/>
      <dgm:t>
        <a:bodyPr/>
        <a:lstStyle/>
        <a:p>
          <a:endParaRPr lang="en-US"/>
        </a:p>
      </dgm:t>
    </dgm:pt>
    <dgm:pt modelId="{CDE634AB-44BD-4AFC-BADE-B28D779152E7}">
      <dgm:prSet/>
      <dgm:spPr/>
      <dgm:t>
        <a:bodyPr/>
        <a:lstStyle/>
        <a:p>
          <a:r>
            <a:rPr lang="en-US"/>
            <a:t>Showcase predictive capabilities with solid accuracy.</a:t>
          </a:r>
        </a:p>
      </dgm:t>
    </dgm:pt>
    <dgm:pt modelId="{9DD7EBDC-A5CE-4133-BC73-0301167D6080}" type="parTrans" cxnId="{3C45FAA2-4CA0-46C1-A080-71E38AA53576}">
      <dgm:prSet/>
      <dgm:spPr/>
      <dgm:t>
        <a:bodyPr/>
        <a:lstStyle/>
        <a:p>
          <a:endParaRPr lang="en-US"/>
        </a:p>
      </dgm:t>
    </dgm:pt>
    <dgm:pt modelId="{BE52F12E-6294-482E-8708-A77B38BCEB38}" type="sibTrans" cxnId="{3C45FAA2-4CA0-46C1-A080-71E38AA53576}">
      <dgm:prSet/>
      <dgm:spPr/>
      <dgm:t>
        <a:bodyPr/>
        <a:lstStyle/>
        <a:p>
          <a:endParaRPr lang="en-US"/>
        </a:p>
      </dgm:t>
    </dgm:pt>
    <dgm:pt modelId="{96D1F22E-294A-4F68-BB96-B04F28C49096}">
      <dgm:prSet/>
      <dgm:spPr/>
      <dgm:t>
        <a:bodyPr/>
        <a:lstStyle/>
        <a:p>
          <a:r>
            <a:rPr lang="en-US" b="1"/>
            <a:t>LSTM and CNN:</a:t>
          </a:r>
          <a:endParaRPr lang="en-US"/>
        </a:p>
      </dgm:t>
    </dgm:pt>
    <dgm:pt modelId="{696EB69B-BD65-40DE-92F5-C2591CCA8F17}" type="parTrans" cxnId="{1A9FA505-F8F6-4DF6-A811-39B3347B0F61}">
      <dgm:prSet/>
      <dgm:spPr/>
      <dgm:t>
        <a:bodyPr/>
        <a:lstStyle/>
        <a:p>
          <a:endParaRPr lang="en-US"/>
        </a:p>
      </dgm:t>
    </dgm:pt>
    <dgm:pt modelId="{417161FE-B437-4B3F-8F67-CC93A7573F61}" type="sibTrans" cxnId="{1A9FA505-F8F6-4DF6-A811-39B3347B0F61}">
      <dgm:prSet/>
      <dgm:spPr/>
      <dgm:t>
        <a:bodyPr/>
        <a:lstStyle/>
        <a:p>
          <a:endParaRPr lang="en-US"/>
        </a:p>
      </dgm:t>
    </dgm:pt>
    <dgm:pt modelId="{26BE843D-BCE0-4F60-8F3A-9EBF6634C9F9}">
      <dgm:prSet/>
      <dgm:spPr/>
      <dgm:t>
        <a:bodyPr/>
        <a:lstStyle/>
        <a:p>
          <a:r>
            <a:rPr lang="en-US"/>
            <a:t>Demonstrate effectiveness in handling sequential and spatial data, respectively.</a:t>
          </a:r>
        </a:p>
      </dgm:t>
    </dgm:pt>
    <dgm:pt modelId="{0B4DA226-6BB8-405B-9D51-3C11AB40F81A}" type="parTrans" cxnId="{B11EE2AF-1FC5-485D-A955-B5DFD65665DB}">
      <dgm:prSet/>
      <dgm:spPr/>
      <dgm:t>
        <a:bodyPr/>
        <a:lstStyle/>
        <a:p>
          <a:endParaRPr lang="en-US"/>
        </a:p>
      </dgm:t>
    </dgm:pt>
    <dgm:pt modelId="{DADA85A7-1CC9-425E-B5A7-77E5AC9668B9}" type="sibTrans" cxnId="{B11EE2AF-1FC5-485D-A955-B5DFD65665DB}">
      <dgm:prSet/>
      <dgm:spPr/>
      <dgm:t>
        <a:bodyPr/>
        <a:lstStyle/>
        <a:p>
          <a:endParaRPr lang="en-US"/>
        </a:p>
      </dgm:t>
    </dgm:pt>
    <dgm:pt modelId="{B9FA61B5-3DE7-4BBB-AF57-9A115768516D}">
      <dgm:prSet/>
      <dgm:spPr/>
      <dgm:t>
        <a:bodyPr/>
        <a:lstStyle/>
        <a:p>
          <a:r>
            <a:rPr lang="en-US" b="1"/>
            <a:t>SVM and Decision Tree:</a:t>
          </a:r>
          <a:endParaRPr lang="en-US"/>
        </a:p>
      </dgm:t>
    </dgm:pt>
    <dgm:pt modelId="{28257E6F-3EB2-417A-8B04-5E7522DD0D23}" type="parTrans" cxnId="{DE1A8665-7592-4668-930A-720A8191D18B}">
      <dgm:prSet/>
      <dgm:spPr/>
      <dgm:t>
        <a:bodyPr/>
        <a:lstStyle/>
        <a:p>
          <a:endParaRPr lang="en-US"/>
        </a:p>
      </dgm:t>
    </dgm:pt>
    <dgm:pt modelId="{A53DCF2E-2A6F-480D-80A0-EA3638043099}" type="sibTrans" cxnId="{DE1A8665-7592-4668-930A-720A8191D18B}">
      <dgm:prSet/>
      <dgm:spPr/>
      <dgm:t>
        <a:bodyPr/>
        <a:lstStyle/>
        <a:p>
          <a:endParaRPr lang="en-US"/>
        </a:p>
      </dgm:t>
    </dgm:pt>
    <dgm:pt modelId="{A6EF7B45-F09B-496E-9255-96E61AECB450}">
      <dgm:prSet/>
      <dgm:spPr/>
      <dgm:t>
        <a:bodyPr/>
        <a:lstStyle/>
        <a:p>
          <a:r>
            <a:rPr lang="en-US"/>
            <a:t>Perform well, leveraging strengths in high-dimensional spaces and interpretability.</a:t>
          </a:r>
        </a:p>
      </dgm:t>
    </dgm:pt>
    <dgm:pt modelId="{D23D0B38-98D5-470B-BCD6-6F858D306B09}" type="parTrans" cxnId="{B821726A-C202-4265-A285-89ECEA1173ED}">
      <dgm:prSet/>
      <dgm:spPr/>
      <dgm:t>
        <a:bodyPr/>
        <a:lstStyle/>
        <a:p>
          <a:endParaRPr lang="en-US"/>
        </a:p>
      </dgm:t>
    </dgm:pt>
    <dgm:pt modelId="{81B1A7BF-BA08-46D6-99A0-D8C7B7232DD1}" type="sibTrans" cxnId="{B821726A-C202-4265-A285-89ECEA1173ED}">
      <dgm:prSet/>
      <dgm:spPr/>
      <dgm:t>
        <a:bodyPr/>
        <a:lstStyle/>
        <a:p>
          <a:endParaRPr lang="en-US"/>
        </a:p>
      </dgm:t>
    </dgm:pt>
    <dgm:pt modelId="{070D0470-A5B2-4289-995E-328EE900DE6A}">
      <dgm:prSet/>
      <dgm:spPr/>
      <dgm:t>
        <a:bodyPr/>
        <a:lstStyle/>
        <a:p>
          <a:r>
            <a:rPr lang="en-US" b="1"/>
            <a:t>Role of Evaluation Metrics:</a:t>
          </a:r>
          <a:endParaRPr lang="en-US"/>
        </a:p>
      </dgm:t>
    </dgm:pt>
    <dgm:pt modelId="{569208BD-6E49-42DB-9E42-F7A8AF79CF9F}" type="parTrans" cxnId="{7D53760B-54A4-431A-976E-4A22C21768E2}">
      <dgm:prSet/>
      <dgm:spPr/>
      <dgm:t>
        <a:bodyPr/>
        <a:lstStyle/>
        <a:p>
          <a:endParaRPr lang="en-US"/>
        </a:p>
      </dgm:t>
    </dgm:pt>
    <dgm:pt modelId="{882C7825-7D9E-4BFB-9B30-1DB6A8C8104B}" type="sibTrans" cxnId="{7D53760B-54A4-431A-976E-4A22C21768E2}">
      <dgm:prSet/>
      <dgm:spPr/>
      <dgm:t>
        <a:bodyPr/>
        <a:lstStyle/>
        <a:p>
          <a:endParaRPr lang="en-US"/>
        </a:p>
      </dgm:t>
    </dgm:pt>
    <dgm:pt modelId="{74C3E8D2-03E1-4429-8726-95E15CCF7555}">
      <dgm:prSet/>
      <dgm:spPr/>
      <dgm:t>
        <a:bodyPr/>
        <a:lstStyle/>
        <a:p>
          <a:r>
            <a:rPr lang="en-US"/>
            <a:t>Crucial in guiding model selection and optimization for precise and reliable crop yield predictions in data-driven agriculture.</a:t>
          </a:r>
        </a:p>
      </dgm:t>
    </dgm:pt>
    <dgm:pt modelId="{3AFAEB92-B995-4622-8A9E-D494452F5DE2}" type="parTrans" cxnId="{D1137D3A-B4B7-45A5-B8F1-97E27C84344E}">
      <dgm:prSet/>
      <dgm:spPr/>
      <dgm:t>
        <a:bodyPr/>
        <a:lstStyle/>
        <a:p>
          <a:endParaRPr lang="en-US"/>
        </a:p>
      </dgm:t>
    </dgm:pt>
    <dgm:pt modelId="{6F4C00C1-EA38-4B18-975C-7CE9CEA6BA21}" type="sibTrans" cxnId="{D1137D3A-B4B7-45A5-B8F1-97E27C84344E}">
      <dgm:prSet/>
      <dgm:spPr/>
      <dgm:t>
        <a:bodyPr/>
        <a:lstStyle/>
        <a:p>
          <a:endParaRPr lang="en-US"/>
        </a:p>
      </dgm:t>
    </dgm:pt>
    <dgm:pt modelId="{17EE56B6-6D65-4F94-8F9F-E20701058680}" type="pres">
      <dgm:prSet presAssocID="{B4CB9B7F-B8B4-4FE7-9048-6482FCE44F43}" presName="Name0" presStyleCnt="0">
        <dgm:presLayoutVars>
          <dgm:dir/>
          <dgm:animLvl val="lvl"/>
          <dgm:resizeHandles val="exact"/>
        </dgm:presLayoutVars>
      </dgm:prSet>
      <dgm:spPr/>
    </dgm:pt>
    <dgm:pt modelId="{8138F555-566B-4C02-BEE3-4FFDEB627AB8}" type="pres">
      <dgm:prSet presAssocID="{070D0470-A5B2-4289-995E-328EE900DE6A}" presName="boxAndChildren" presStyleCnt="0"/>
      <dgm:spPr/>
    </dgm:pt>
    <dgm:pt modelId="{07D12D3C-D091-442F-BA06-F2C0C7593AB3}" type="pres">
      <dgm:prSet presAssocID="{070D0470-A5B2-4289-995E-328EE900DE6A}" presName="parentTextBox" presStyleLbl="alignNode1" presStyleIdx="0" presStyleCnt="5"/>
      <dgm:spPr/>
    </dgm:pt>
    <dgm:pt modelId="{B342B831-AFC7-4A7F-B70C-38C584519747}" type="pres">
      <dgm:prSet presAssocID="{070D0470-A5B2-4289-995E-328EE900DE6A}" presName="descendantBox" presStyleLbl="bgAccFollowNode1" presStyleIdx="0" presStyleCnt="5"/>
      <dgm:spPr/>
    </dgm:pt>
    <dgm:pt modelId="{4A45C6A1-E5B1-4687-A60D-BE56961A72CC}" type="pres">
      <dgm:prSet presAssocID="{A53DCF2E-2A6F-480D-80A0-EA3638043099}" presName="sp" presStyleCnt="0"/>
      <dgm:spPr/>
    </dgm:pt>
    <dgm:pt modelId="{E12A6CD6-2B17-4C93-931A-EBFF89473946}" type="pres">
      <dgm:prSet presAssocID="{B9FA61B5-3DE7-4BBB-AF57-9A115768516D}" presName="arrowAndChildren" presStyleCnt="0"/>
      <dgm:spPr/>
    </dgm:pt>
    <dgm:pt modelId="{1CF4E0D1-20F3-4096-93CD-FA0BEC9FD5E0}" type="pres">
      <dgm:prSet presAssocID="{B9FA61B5-3DE7-4BBB-AF57-9A115768516D}" presName="parentTextArrow" presStyleLbl="node1" presStyleIdx="0" presStyleCnt="0"/>
      <dgm:spPr/>
    </dgm:pt>
    <dgm:pt modelId="{F972C6A1-A9E6-4945-BF82-321FB529BE98}" type="pres">
      <dgm:prSet presAssocID="{B9FA61B5-3DE7-4BBB-AF57-9A115768516D}" presName="arrow" presStyleLbl="alignNode1" presStyleIdx="1" presStyleCnt="5"/>
      <dgm:spPr/>
    </dgm:pt>
    <dgm:pt modelId="{4FCAEC7C-98C6-4768-B1D0-165A1C408FA7}" type="pres">
      <dgm:prSet presAssocID="{B9FA61B5-3DE7-4BBB-AF57-9A115768516D}" presName="descendantArrow" presStyleLbl="bgAccFollowNode1" presStyleIdx="1" presStyleCnt="5"/>
      <dgm:spPr/>
    </dgm:pt>
    <dgm:pt modelId="{BDB85D4D-6D4E-4BA2-A12E-62272A181372}" type="pres">
      <dgm:prSet presAssocID="{417161FE-B437-4B3F-8F67-CC93A7573F61}" presName="sp" presStyleCnt="0"/>
      <dgm:spPr/>
    </dgm:pt>
    <dgm:pt modelId="{3B1DE51F-3774-4E9C-96B8-D299264FCF4F}" type="pres">
      <dgm:prSet presAssocID="{96D1F22E-294A-4F68-BB96-B04F28C49096}" presName="arrowAndChildren" presStyleCnt="0"/>
      <dgm:spPr/>
    </dgm:pt>
    <dgm:pt modelId="{CCD47D62-F2BF-48E3-97F8-8B79157FE69D}" type="pres">
      <dgm:prSet presAssocID="{96D1F22E-294A-4F68-BB96-B04F28C49096}" presName="parentTextArrow" presStyleLbl="node1" presStyleIdx="0" presStyleCnt="0"/>
      <dgm:spPr/>
    </dgm:pt>
    <dgm:pt modelId="{F9EF4511-3E19-4EC7-8B27-1159FFFAF69A}" type="pres">
      <dgm:prSet presAssocID="{96D1F22E-294A-4F68-BB96-B04F28C49096}" presName="arrow" presStyleLbl="alignNode1" presStyleIdx="2" presStyleCnt="5"/>
      <dgm:spPr/>
    </dgm:pt>
    <dgm:pt modelId="{69C7CD99-22F0-4881-8E96-93858336055D}" type="pres">
      <dgm:prSet presAssocID="{96D1F22E-294A-4F68-BB96-B04F28C49096}" presName="descendantArrow" presStyleLbl="bgAccFollowNode1" presStyleIdx="2" presStyleCnt="5"/>
      <dgm:spPr/>
    </dgm:pt>
    <dgm:pt modelId="{53771944-7ED3-4A74-96F7-D03613C3DBA6}" type="pres">
      <dgm:prSet presAssocID="{3AF91855-3FAF-4BFF-959E-A5B4C37CEE40}" presName="sp" presStyleCnt="0"/>
      <dgm:spPr/>
    </dgm:pt>
    <dgm:pt modelId="{3F9925FA-56EC-4B6E-B56A-957A2CE971E1}" type="pres">
      <dgm:prSet presAssocID="{398BF563-E3A6-4D3C-896E-4C1124FD0103}" presName="arrowAndChildren" presStyleCnt="0"/>
      <dgm:spPr/>
    </dgm:pt>
    <dgm:pt modelId="{0582F7C5-9A6B-456C-8415-D49E3C78B516}" type="pres">
      <dgm:prSet presAssocID="{398BF563-E3A6-4D3C-896E-4C1124FD0103}" presName="parentTextArrow" presStyleLbl="node1" presStyleIdx="0" presStyleCnt="0"/>
      <dgm:spPr/>
    </dgm:pt>
    <dgm:pt modelId="{A526F79B-FEE1-484A-B226-46E3121CB709}" type="pres">
      <dgm:prSet presAssocID="{398BF563-E3A6-4D3C-896E-4C1124FD0103}" presName="arrow" presStyleLbl="alignNode1" presStyleIdx="3" presStyleCnt="5"/>
      <dgm:spPr/>
    </dgm:pt>
    <dgm:pt modelId="{974D6617-BB9B-47DA-A2F8-7C422333042A}" type="pres">
      <dgm:prSet presAssocID="{398BF563-E3A6-4D3C-896E-4C1124FD0103}" presName="descendantArrow" presStyleLbl="bgAccFollowNode1" presStyleIdx="3" presStyleCnt="5"/>
      <dgm:spPr/>
    </dgm:pt>
    <dgm:pt modelId="{106EF9FE-98B7-4A99-BF41-562B8EB3242A}" type="pres">
      <dgm:prSet presAssocID="{E9F962D6-7A4A-4021-AC1A-73453084F82C}" presName="sp" presStyleCnt="0"/>
      <dgm:spPr/>
    </dgm:pt>
    <dgm:pt modelId="{284EAFEE-220E-4454-9FA2-427370AA675F}" type="pres">
      <dgm:prSet presAssocID="{0B9C22A8-C0C6-4955-AC83-1121DC5D0450}" presName="arrowAndChildren" presStyleCnt="0"/>
      <dgm:spPr/>
    </dgm:pt>
    <dgm:pt modelId="{FEDF8779-4235-4E5D-B8BC-2F43831ECB80}" type="pres">
      <dgm:prSet presAssocID="{0B9C22A8-C0C6-4955-AC83-1121DC5D0450}" presName="parentTextArrow" presStyleLbl="node1" presStyleIdx="0" presStyleCnt="0"/>
      <dgm:spPr/>
    </dgm:pt>
    <dgm:pt modelId="{89B84DAB-DC6A-4BD2-B8B7-495A59102CAD}" type="pres">
      <dgm:prSet presAssocID="{0B9C22A8-C0C6-4955-AC83-1121DC5D0450}" presName="arrow" presStyleLbl="alignNode1" presStyleIdx="4" presStyleCnt="5"/>
      <dgm:spPr/>
    </dgm:pt>
    <dgm:pt modelId="{16039619-F8FB-43B2-9E76-9066B13663ED}" type="pres">
      <dgm:prSet presAssocID="{0B9C22A8-C0C6-4955-AC83-1121DC5D0450}" presName="descendantArrow" presStyleLbl="bgAccFollowNode1" presStyleIdx="4" presStyleCnt="5"/>
      <dgm:spPr/>
    </dgm:pt>
  </dgm:ptLst>
  <dgm:cxnLst>
    <dgm:cxn modelId="{B5F72C02-26BC-4148-8E23-BDFD184A4844}" type="presOf" srcId="{74C3E8D2-03E1-4429-8726-95E15CCF7555}" destId="{B342B831-AFC7-4A7F-B70C-38C584519747}" srcOrd="0" destOrd="0" presId="urn:microsoft.com/office/officeart/2016/7/layout/VerticalDownArrowProcess"/>
    <dgm:cxn modelId="{1A9FA505-F8F6-4DF6-A811-39B3347B0F61}" srcId="{B4CB9B7F-B8B4-4FE7-9048-6482FCE44F43}" destId="{96D1F22E-294A-4F68-BB96-B04F28C49096}" srcOrd="2" destOrd="0" parTransId="{696EB69B-BD65-40DE-92F5-C2591CCA8F17}" sibTransId="{417161FE-B437-4B3F-8F67-CC93A7573F61}"/>
    <dgm:cxn modelId="{E990DD09-EB43-435D-969D-DF951C0B5A38}" srcId="{B4CB9B7F-B8B4-4FE7-9048-6482FCE44F43}" destId="{398BF563-E3A6-4D3C-896E-4C1124FD0103}" srcOrd="1" destOrd="0" parTransId="{C7F30E52-36B6-4E67-A11E-23D3172FD923}" sibTransId="{3AF91855-3FAF-4BFF-959E-A5B4C37CEE40}"/>
    <dgm:cxn modelId="{46E6770A-AC23-4444-92A5-3EB52B370F66}" srcId="{B4CB9B7F-B8B4-4FE7-9048-6482FCE44F43}" destId="{0B9C22A8-C0C6-4955-AC83-1121DC5D0450}" srcOrd="0" destOrd="0" parTransId="{FCAD20F1-E1DB-4461-8920-716973CC9D4E}" sibTransId="{E9F962D6-7A4A-4021-AC1A-73453084F82C}"/>
    <dgm:cxn modelId="{7D53760B-54A4-431A-976E-4A22C21768E2}" srcId="{B4CB9B7F-B8B4-4FE7-9048-6482FCE44F43}" destId="{070D0470-A5B2-4289-995E-328EE900DE6A}" srcOrd="4" destOrd="0" parTransId="{569208BD-6E49-42DB-9E42-F7A8AF79CF9F}" sibTransId="{882C7825-7D9E-4BFB-9B30-1DB6A8C8104B}"/>
    <dgm:cxn modelId="{6F06D128-2ADD-4719-974F-882F31FA4D68}" type="presOf" srcId="{398BF563-E3A6-4D3C-896E-4C1124FD0103}" destId="{0582F7C5-9A6B-456C-8415-D49E3C78B516}" srcOrd="0" destOrd="0" presId="urn:microsoft.com/office/officeart/2016/7/layout/VerticalDownArrowProcess"/>
    <dgm:cxn modelId="{3310BA2C-EE5E-4F76-AB67-9582B33A9C56}" type="presOf" srcId="{96D1F22E-294A-4F68-BB96-B04F28C49096}" destId="{CCD47D62-F2BF-48E3-97F8-8B79157FE69D}" srcOrd="0" destOrd="0" presId="urn:microsoft.com/office/officeart/2016/7/layout/VerticalDownArrowProcess"/>
    <dgm:cxn modelId="{7121BC2C-505F-41A9-8660-18042C721ABD}" type="presOf" srcId="{E1B7A9D4-9A51-466D-A0FA-B629D77E0AD5}" destId="{16039619-F8FB-43B2-9E76-9066B13663ED}" srcOrd="0" destOrd="0" presId="urn:microsoft.com/office/officeart/2016/7/layout/VerticalDownArrowProcess"/>
    <dgm:cxn modelId="{AA9D6F35-BBA2-4320-8717-C5BD3AA4DAB9}" type="presOf" srcId="{0B9C22A8-C0C6-4955-AC83-1121DC5D0450}" destId="{89B84DAB-DC6A-4BD2-B8B7-495A59102CAD}" srcOrd="1" destOrd="0" presId="urn:microsoft.com/office/officeart/2016/7/layout/VerticalDownArrowProcess"/>
    <dgm:cxn modelId="{D1137D3A-B4B7-45A5-B8F1-97E27C84344E}" srcId="{070D0470-A5B2-4289-995E-328EE900DE6A}" destId="{74C3E8D2-03E1-4429-8726-95E15CCF7555}" srcOrd="0" destOrd="0" parTransId="{3AFAEB92-B995-4622-8A9E-D494452F5DE2}" sibTransId="{6F4C00C1-EA38-4B18-975C-7CE9CEA6BA21}"/>
    <dgm:cxn modelId="{4364D33C-CB09-4BC4-AE50-6DF1695EE1B5}" type="presOf" srcId="{B4CB9B7F-B8B4-4FE7-9048-6482FCE44F43}" destId="{17EE56B6-6D65-4F94-8F9F-E20701058680}" srcOrd="0" destOrd="0" presId="urn:microsoft.com/office/officeart/2016/7/layout/VerticalDownArrowProcess"/>
    <dgm:cxn modelId="{87162E42-740A-4012-BF09-007FFAC880DD}" type="presOf" srcId="{26BE843D-BCE0-4F60-8F3A-9EBF6634C9F9}" destId="{69C7CD99-22F0-4881-8E96-93858336055D}" srcOrd="0" destOrd="0" presId="urn:microsoft.com/office/officeart/2016/7/layout/VerticalDownArrowProcess"/>
    <dgm:cxn modelId="{DE1A8665-7592-4668-930A-720A8191D18B}" srcId="{B4CB9B7F-B8B4-4FE7-9048-6482FCE44F43}" destId="{B9FA61B5-3DE7-4BBB-AF57-9A115768516D}" srcOrd="3" destOrd="0" parTransId="{28257E6F-3EB2-417A-8B04-5E7522DD0D23}" sibTransId="{A53DCF2E-2A6F-480D-80A0-EA3638043099}"/>
    <dgm:cxn modelId="{6B9AFD67-F084-4DF4-9B85-019B14C84317}" type="presOf" srcId="{398BF563-E3A6-4D3C-896E-4C1124FD0103}" destId="{A526F79B-FEE1-484A-B226-46E3121CB709}" srcOrd="1" destOrd="0" presId="urn:microsoft.com/office/officeart/2016/7/layout/VerticalDownArrowProcess"/>
    <dgm:cxn modelId="{B821726A-C202-4265-A285-89ECEA1173ED}" srcId="{B9FA61B5-3DE7-4BBB-AF57-9A115768516D}" destId="{A6EF7B45-F09B-496E-9255-96E61AECB450}" srcOrd="0" destOrd="0" parTransId="{D23D0B38-98D5-470B-BCD6-6F858D306B09}" sibTransId="{81B1A7BF-BA08-46D6-99A0-D8C7B7232DD1}"/>
    <dgm:cxn modelId="{D230E77C-57DE-4488-9880-1CC9C4DFBA18}" srcId="{0B9C22A8-C0C6-4955-AC83-1121DC5D0450}" destId="{E1B7A9D4-9A51-466D-A0FA-B629D77E0AD5}" srcOrd="0" destOrd="0" parTransId="{B2C6BF0D-4287-4493-9291-340F49BBEA1E}" sibTransId="{1B12630A-7B6D-4903-9E87-BDB9E926F93C}"/>
    <dgm:cxn modelId="{502A0A8F-5805-47E5-830D-86B3E3723DDE}" type="presOf" srcId="{070D0470-A5B2-4289-995E-328EE900DE6A}" destId="{07D12D3C-D091-442F-BA06-F2C0C7593AB3}" srcOrd="0" destOrd="0" presId="urn:microsoft.com/office/officeart/2016/7/layout/VerticalDownArrowProcess"/>
    <dgm:cxn modelId="{CFEA689F-B3E1-4422-9A2B-B2D846982F1C}" type="presOf" srcId="{0B9C22A8-C0C6-4955-AC83-1121DC5D0450}" destId="{FEDF8779-4235-4E5D-B8BC-2F43831ECB80}" srcOrd="0" destOrd="0" presId="urn:microsoft.com/office/officeart/2016/7/layout/VerticalDownArrowProcess"/>
    <dgm:cxn modelId="{3C45FAA2-4CA0-46C1-A080-71E38AA53576}" srcId="{398BF563-E3A6-4D3C-896E-4C1124FD0103}" destId="{CDE634AB-44BD-4AFC-BADE-B28D779152E7}" srcOrd="0" destOrd="0" parTransId="{9DD7EBDC-A5CE-4133-BC73-0301167D6080}" sibTransId="{BE52F12E-6294-482E-8708-A77B38BCEB38}"/>
    <dgm:cxn modelId="{B11EE2AF-1FC5-485D-A955-B5DFD65665DB}" srcId="{96D1F22E-294A-4F68-BB96-B04F28C49096}" destId="{26BE843D-BCE0-4F60-8F3A-9EBF6634C9F9}" srcOrd="0" destOrd="0" parTransId="{0B4DA226-6BB8-405B-9D51-3C11AB40F81A}" sibTransId="{DADA85A7-1CC9-425E-B5A7-77E5AC9668B9}"/>
    <dgm:cxn modelId="{D91C43C2-C191-40A5-AB03-8809E2EDE9C6}" type="presOf" srcId="{B9FA61B5-3DE7-4BBB-AF57-9A115768516D}" destId="{1CF4E0D1-20F3-4096-93CD-FA0BEC9FD5E0}" srcOrd="0" destOrd="0" presId="urn:microsoft.com/office/officeart/2016/7/layout/VerticalDownArrowProcess"/>
    <dgm:cxn modelId="{498874C3-0524-4D59-8FAD-F36326883D7B}" type="presOf" srcId="{A6EF7B45-F09B-496E-9255-96E61AECB450}" destId="{4FCAEC7C-98C6-4768-B1D0-165A1C408FA7}" srcOrd="0" destOrd="0" presId="urn:microsoft.com/office/officeart/2016/7/layout/VerticalDownArrowProcess"/>
    <dgm:cxn modelId="{82C54DD5-7FA9-47F1-8C6E-BCB24C40A373}" type="presOf" srcId="{CDE634AB-44BD-4AFC-BADE-B28D779152E7}" destId="{974D6617-BB9B-47DA-A2F8-7C422333042A}" srcOrd="0" destOrd="0" presId="urn:microsoft.com/office/officeart/2016/7/layout/VerticalDownArrowProcess"/>
    <dgm:cxn modelId="{F0FD87DB-1EF0-461F-9377-F77385D6DEBD}" type="presOf" srcId="{B9FA61B5-3DE7-4BBB-AF57-9A115768516D}" destId="{F972C6A1-A9E6-4945-BF82-321FB529BE98}" srcOrd="1" destOrd="0" presId="urn:microsoft.com/office/officeart/2016/7/layout/VerticalDownArrowProcess"/>
    <dgm:cxn modelId="{D17A80F0-3D3C-4A68-8AB0-57C0B3515AD9}" type="presOf" srcId="{96D1F22E-294A-4F68-BB96-B04F28C49096}" destId="{F9EF4511-3E19-4EC7-8B27-1159FFFAF69A}" srcOrd="1" destOrd="0" presId="urn:microsoft.com/office/officeart/2016/7/layout/VerticalDownArrowProcess"/>
    <dgm:cxn modelId="{B3BEB888-094B-4EF9-94E4-A321FF1732F6}" type="presParOf" srcId="{17EE56B6-6D65-4F94-8F9F-E20701058680}" destId="{8138F555-566B-4C02-BEE3-4FFDEB627AB8}" srcOrd="0" destOrd="0" presId="urn:microsoft.com/office/officeart/2016/7/layout/VerticalDownArrowProcess"/>
    <dgm:cxn modelId="{1EFBD27F-9592-476E-80B8-4AA2E9B75BD6}" type="presParOf" srcId="{8138F555-566B-4C02-BEE3-4FFDEB627AB8}" destId="{07D12D3C-D091-442F-BA06-F2C0C7593AB3}" srcOrd="0" destOrd="0" presId="urn:microsoft.com/office/officeart/2016/7/layout/VerticalDownArrowProcess"/>
    <dgm:cxn modelId="{96A6F09B-080D-4235-9E74-D1F9F6C3915C}" type="presParOf" srcId="{8138F555-566B-4C02-BEE3-4FFDEB627AB8}" destId="{B342B831-AFC7-4A7F-B70C-38C584519747}" srcOrd="1" destOrd="0" presId="urn:microsoft.com/office/officeart/2016/7/layout/VerticalDownArrowProcess"/>
    <dgm:cxn modelId="{A8EA7A7F-AC88-47DC-AEF9-9DE212FE726F}" type="presParOf" srcId="{17EE56B6-6D65-4F94-8F9F-E20701058680}" destId="{4A45C6A1-E5B1-4687-A60D-BE56961A72CC}" srcOrd="1" destOrd="0" presId="urn:microsoft.com/office/officeart/2016/7/layout/VerticalDownArrowProcess"/>
    <dgm:cxn modelId="{0720146F-5ED1-4E1A-A008-223B789142FB}" type="presParOf" srcId="{17EE56B6-6D65-4F94-8F9F-E20701058680}" destId="{E12A6CD6-2B17-4C93-931A-EBFF89473946}" srcOrd="2" destOrd="0" presId="urn:microsoft.com/office/officeart/2016/7/layout/VerticalDownArrowProcess"/>
    <dgm:cxn modelId="{50F5D03F-ACA6-477F-9227-C33436F1E2F2}" type="presParOf" srcId="{E12A6CD6-2B17-4C93-931A-EBFF89473946}" destId="{1CF4E0D1-20F3-4096-93CD-FA0BEC9FD5E0}" srcOrd="0" destOrd="0" presId="urn:microsoft.com/office/officeart/2016/7/layout/VerticalDownArrowProcess"/>
    <dgm:cxn modelId="{DAE7308D-AE2A-4DA5-B23C-D08A8087E6EF}" type="presParOf" srcId="{E12A6CD6-2B17-4C93-931A-EBFF89473946}" destId="{F972C6A1-A9E6-4945-BF82-321FB529BE98}" srcOrd="1" destOrd="0" presId="urn:microsoft.com/office/officeart/2016/7/layout/VerticalDownArrowProcess"/>
    <dgm:cxn modelId="{9381CBFD-7EDE-402F-87C8-82C3A5750C29}" type="presParOf" srcId="{E12A6CD6-2B17-4C93-931A-EBFF89473946}" destId="{4FCAEC7C-98C6-4768-B1D0-165A1C408FA7}" srcOrd="2" destOrd="0" presId="urn:microsoft.com/office/officeart/2016/7/layout/VerticalDownArrowProcess"/>
    <dgm:cxn modelId="{4BF29718-1D89-4B0E-B6AD-5B6C0DDAF65B}" type="presParOf" srcId="{17EE56B6-6D65-4F94-8F9F-E20701058680}" destId="{BDB85D4D-6D4E-4BA2-A12E-62272A181372}" srcOrd="3" destOrd="0" presId="urn:microsoft.com/office/officeart/2016/7/layout/VerticalDownArrowProcess"/>
    <dgm:cxn modelId="{685CB432-FA2E-4A31-81D9-749CA3085067}" type="presParOf" srcId="{17EE56B6-6D65-4F94-8F9F-E20701058680}" destId="{3B1DE51F-3774-4E9C-96B8-D299264FCF4F}" srcOrd="4" destOrd="0" presId="urn:microsoft.com/office/officeart/2016/7/layout/VerticalDownArrowProcess"/>
    <dgm:cxn modelId="{795105E8-1025-41AE-B26B-8E959FD8A509}" type="presParOf" srcId="{3B1DE51F-3774-4E9C-96B8-D299264FCF4F}" destId="{CCD47D62-F2BF-48E3-97F8-8B79157FE69D}" srcOrd="0" destOrd="0" presId="urn:microsoft.com/office/officeart/2016/7/layout/VerticalDownArrowProcess"/>
    <dgm:cxn modelId="{126DAE59-B65D-4485-A1E7-8FD71A1BD552}" type="presParOf" srcId="{3B1DE51F-3774-4E9C-96B8-D299264FCF4F}" destId="{F9EF4511-3E19-4EC7-8B27-1159FFFAF69A}" srcOrd="1" destOrd="0" presId="urn:microsoft.com/office/officeart/2016/7/layout/VerticalDownArrowProcess"/>
    <dgm:cxn modelId="{15D31A5D-95F6-4A18-B789-EFA509FAE9B3}" type="presParOf" srcId="{3B1DE51F-3774-4E9C-96B8-D299264FCF4F}" destId="{69C7CD99-22F0-4881-8E96-93858336055D}" srcOrd="2" destOrd="0" presId="urn:microsoft.com/office/officeart/2016/7/layout/VerticalDownArrowProcess"/>
    <dgm:cxn modelId="{638286E2-6AEB-4ED8-9BA4-E67E050CB2C8}" type="presParOf" srcId="{17EE56B6-6D65-4F94-8F9F-E20701058680}" destId="{53771944-7ED3-4A74-96F7-D03613C3DBA6}" srcOrd="5" destOrd="0" presId="urn:microsoft.com/office/officeart/2016/7/layout/VerticalDownArrowProcess"/>
    <dgm:cxn modelId="{61CC6F26-8E03-47E3-B81D-326DB2C4A641}" type="presParOf" srcId="{17EE56B6-6D65-4F94-8F9F-E20701058680}" destId="{3F9925FA-56EC-4B6E-B56A-957A2CE971E1}" srcOrd="6" destOrd="0" presId="urn:microsoft.com/office/officeart/2016/7/layout/VerticalDownArrowProcess"/>
    <dgm:cxn modelId="{DA6D68E3-5EF0-49FE-B0A9-258159B82F01}" type="presParOf" srcId="{3F9925FA-56EC-4B6E-B56A-957A2CE971E1}" destId="{0582F7C5-9A6B-456C-8415-D49E3C78B516}" srcOrd="0" destOrd="0" presId="urn:microsoft.com/office/officeart/2016/7/layout/VerticalDownArrowProcess"/>
    <dgm:cxn modelId="{73679616-C6DB-4BC0-933D-99F0705D1EB4}" type="presParOf" srcId="{3F9925FA-56EC-4B6E-B56A-957A2CE971E1}" destId="{A526F79B-FEE1-484A-B226-46E3121CB709}" srcOrd="1" destOrd="0" presId="urn:microsoft.com/office/officeart/2016/7/layout/VerticalDownArrowProcess"/>
    <dgm:cxn modelId="{4DBBDDE6-F9BC-483C-B9A6-A550D3524DA3}" type="presParOf" srcId="{3F9925FA-56EC-4B6E-B56A-957A2CE971E1}" destId="{974D6617-BB9B-47DA-A2F8-7C422333042A}" srcOrd="2" destOrd="0" presId="urn:microsoft.com/office/officeart/2016/7/layout/VerticalDownArrowProcess"/>
    <dgm:cxn modelId="{D7CFE500-0FC2-4104-9A65-8151ED752E59}" type="presParOf" srcId="{17EE56B6-6D65-4F94-8F9F-E20701058680}" destId="{106EF9FE-98B7-4A99-BF41-562B8EB3242A}" srcOrd="7" destOrd="0" presId="urn:microsoft.com/office/officeart/2016/7/layout/VerticalDownArrowProcess"/>
    <dgm:cxn modelId="{62320F7A-ACBA-436E-8C58-E91D316240CF}" type="presParOf" srcId="{17EE56B6-6D65-4F94-8F9F-E20701058680}" destId="{284EAFEE-220E-4454-9FA2-427370AA675F}" srcOrd="8" destOrd="0" presId="urn:microsoft.com/office/officeart/2016/7/layout/VerticalDownArrowProcess"/>
    <dgm:cxn modelId="{85995229-E8C6-45B9-851E-19766EB8C6A7}" type="presParOf" srcId="{284EAFEE-220E-4454-9FA2-427370AA675F}" destId="{FEDF8779-4235-4E5D-B8BC-2F43831ECB80}" srcOrd="0" destOrd="0" presId="urn:microsoft.com/office/officeart/2016/7/layout/VerticalDownArrowProcess"/>
    <dgm:cxn modelId="{DFEEFE9A-BDC3-4924-8CFC-B8FF8A5C568A}" type="presParOf" srcId="{284EAFEE-220E-4454-9FA2-427370AA675F}" destId="{89B84DAB-DC6A-4BD2-B8B7-495A59102CAD}" srcOrd="1" destOrd="0" presId="urn:microsoft.com/office/officeart/2016/7/layout/VerticalDownArrowProcess"/>
    <dgm:cxn modelId="{BDC2CC29-BD09-4B8F-9F2C-E4E558FD1568}" type="presParOf" srcId="{284EAFEE-220E-4454-9FA2-427370AA675F}" destId="{16039619-F8FB-43B2-9E76-9066B13663ED}"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3A425B-0E36-4757-9384-16A57E0DAFFA}">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B17875-394A-46BD-9869-29A9814B5908}">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16FDA4-34AD-404B-9691-AD5091A31803}">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Crop yield prediction is the process of using various methods, often leveraging technology and data analysis, to estimate the amount of crops that will be harvested from a given agricultural area. </a:t>
          </a:r>
        </a:p>
      </dsp:txBody>
      <dsp:txXfrm>
        <a:off x="1834517" y="469890"/>
        <a:ext cx="3148942" cy="1335915"/>
      </dsp:txXfrm>
    </dsp:sp>
    <dsp:sp modelId="{76A3F4A8-85F2-41C0-A638-BF46822A690E}">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C14E7D-49A7-4592-A86A-D0039D74A63F}">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AA2F4F-D5A0-4D49-B6AC-0C29145AEBBF}">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This prediction typically takes into account a range of factors, including weather patterns, soil conditions, historical crop data, and sometimes satellite imagery. </a:t>
          </a:r>
        </a:p>
      </dsp:txBody>
      <dsp:txXfrm>
        <a:off x="7154322" y="469890"/>
        <a:ext cx="3148942" cy="1335915"/>
      </dsp:txXfrm>
    </dsp:sp>
    <dsp:sp modelId="{52359463-3EA4-42ED-A65F-898CCB6425C0}">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21C788-26BB-4036-B598-B1A1D90EDB32}">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FE0B9C-0154-4E44-8034-0FCE2D2A0681}">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Machine learning algorithms and statistical models are commonly employed to analyze and interpret these factors, enabling farmers and stakeholders to make informed decisions about resource allocation, harvest planning, </a:t>
          </a:r>
        </a:p>
      </dsp:txBody>
      <dsp:txXfrm>
        <a:off x="1834517" y="2545532"/>
        <a:ext cx="3148942" cy="1335915"/>
      </dsp:txXfrm>
    </dsp:sp>
    <dsp:sp modelId="{F1D03ADF-FDF5-4F3A-B876-A13958537540}">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BC0CB6-9A34-43FF-9EA0-21B40736A36A}">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875CDA-8AE5-45DE-B4F7-968227DE41EA}">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overall agricultural management. Accurate crop yield predictions are crucial for optimizing agricultural practices, managing resources efficiently, and ensuring food security.</a:t>
          </a:r>
        </a:p>
      </dsp:txBody>
      <dsp:txXfrm>
        <a:off x="7154322" y="2545532"/>
        <a:ext cx="3148942" cy="1335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B4767-9466-4127-A172-F4A19C76677E}">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06809C-A8BC-4F9D-8449-C3D01CBF2287}">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E4DC54-8E48-44E6-98F5-2CD320F94893}">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77900">
            <a:lnSpc>
              <a:spcPct val="90000"/>
            </a:lnSpc>
            <a:spcBef>
              <a:spcPct val="0"/>
            </a:spcBef>
            <a:spcAft>
              <a:spcPct val="35000"/>
            </a:spcAft>
            <a:buNone/>
          </a:pPr>
          <a:r>
            <a:rPr lang="en-US" sz="2200" kern="1200"/>
            <a:t>The research problem addressed in this study centres on the accurate prediction of crop yields in agriculture, employing a diverse set of machine learning algorithms. </a:t>
          </a:r>
        </a:p>
      </dsp:txBody>
      <dsp:txXfrm>
        <a:off x="1437631" y="531"/>
        <a:ext cx="9077968" cy="1244702"/>
      </dsp:txXfrm>
    </dsp:sp>
    <dsp:sp modelId="{09612DCA-378B-4667-8904-EC86A1B05B04}">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D11D45-9ABC-4482-98EE-B3DE2B574E98}">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670BB2-F42C-4DDB-BBF2-B88B6585BCD5}">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77900">
            <a:lnSpc>
              <a:spcPct val="90000"/>
            </a:lnSpc>
            <a:spcBef>
              <a:spcPct val="0"/>
            </a:spcBef>
            <a:spcAft>
              <a:spcPct val="35000"/>
            </a:spcAft>
            <a:buNone/>
          </a:pPr>
          <a:r>
            <a:rPr lang="en-US" sz="2200" kern="1200"/>
            <a:t>The challenge lies in developing models that can effectively leverage historical data, encompassing factors such as average rainfall, pesticide usage, and temperature, to forecast future crop yields reliably. </a:t>
          </a:r>
        </a:p>
      </dsp:txBody>
      <dsp:txXfrm>
        <a:off x="1437631" y="1556410"/>
        <a:ext cx="9077968" cy="1244702"/>
      </dsp:txXfrm>
    </dsp:sp>
    <dsp:sp modelId="{1A7146DE-CFBC-4E36-904E-6D339CAE7483}">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438B4C-4B18-4BF5-B8B2-ABE7F6B1BB9C}">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01E506-23AA-4D46-AB55-AB7E606BEA1E}">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77900">
            <a:lnSpc>
              <a:spcPct val="90000"/>
            </a:lnSpc>
            <a:spcBef>
              <a:spcPct val="0"/>
            </a:spcBef>
            <a:spcAft>
              <a:spcPct val="35000"/>
            </a:spcAft>
            <a:buNone/>
          </a:pPr>
          <a:r>
            <a:rPr lang="en-US" sz="2200" kern="1200"/>
            <a:t>Agricultural stakeholders face the critical need for advanced predictive tools that navigate the intricate relationships among these variables, offering insights into crop production's dynamic and often unpredictable nature.</a:t>
          </a:r>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4D889-8087-43E9-9A0A-F9A5D560517B}">
      <dsp:nvSpPr>
        <dsp:cNvPr id="0" name=""/>
        <dsp:cNvSpPr/>
      </dsp:nvSpPr>
      <dsp:spPr>
        <a:xfrm>
          <a:off x="666161" y="1110026"/>
          <a:ext cx="524753" cy="7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85B78C-2A1B-496C-ADDB-BE2D5909F03D}">
      <dsp:nvSpPr>
        <dsp:cNvPr id="0" name=""/>
        <dsp:cNvSpPr/>
      </dsp:nvSpPr>
      <dsp:spPr>
        <a:xfrm>
          <a:off x="1222400" y="1065940"/>
          <a:ext cx="60346" cy="113454"/>
        </a:xfrm>
        <a:prstGeom prst="chevron">
          <a:avLst>
            <a:gd name="adj" fmla="val 90000"/>
          </a:avLst>
        </a:prstGeom>
        <a:solidFill>
          <a:schemeClr val="accent2">
            <a:tint val="40000"/>
            <a:alpha val="90000"/>
            <a:hueOff val="-36923"/>
            <a:satOff val="-3276"/>
            <a:lumOff val="-33"/>
            <a:alphaOff val="0"/>
          </a:schemeClr>
        </a:solidFill>
        <a:ln w="12700" cap="flat" cmpd="sng" algn="ctr">
          <a:solidFill>
            <a:schemeClr val="accent2">
              <a:tint val="40000"/>
              <a:alpha val="90000"/>
              <a:hueOff val="-36923"/>
              <a:satOff val="-3276"/>
              <a:lumOff val="-33"/>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2BF160-16E5-484A-9485-A5E51B89A9ED}">
      <dsp:nvSpPr>
        <dsp:cNvPr id="0" name=""/>
        <dsp:cNvSpPr/>
      </dsp:nvSpPr>
      <dsp:spPr>
        <a:xfrm>
          <a:off x="368204" y="877700"/>
          <a:ext cx="464724" cy="464724"/>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436261" y="945757"/>
        <a:ext cx="328610" cy="328610"/>
      </dsp:txXfrm>
    </dsp:sp>
    <dsp:sp modelId="{31F3D4A7-8BD8-4190-A57F-0B60CCAAD00E}">
      <dsp:nvSpPr>
        <dsp:cNvPr id="0" name=""/>
        <dsp:cNvSpPr/>
      </dsp:nvSpPr>
      <dsp:spPr>
        <a:xfrm>
          <a:off x="10219" y="1508019"/>
          <a:ext cx="1180695" cy="1965600"/>
        </a:xfrm>
        <a:prstGeom prst="upArrowCallout">
          <a:avLst>
            <a:gd name="adj1" fmla="val 50000"/>
            <a:gd name="adj2" fmla="val 20000"/>
            <a:gd name="adj3" fmla="val 20000"/>
            <a:gd name="adj4" fmla="val 100000"/>
          </a:avLst>
        </a:prstGeom>
        <a:solidFill>
          <a:schemeClr val="accent2">
            <a:tint val="40000"/>
            <a:alpha val="90000"/>
            <a:hueOff val="-73846"/>
            <a:satOff val="-6552"/>
            <a:lumOff val="-67"/>
            <a:alphaOff val="0"/>
          </a:schemeClr>
        </a:solidFill>
        <a:ln w="12700" cap="flat" cmpd="sng" algn="ctr">
          <a:solidFill>
            <a:schemeClr val="accent2">
              <a:tint val="40000"/>
              <a:alpha val="90000"/>
              <a:hueOff val="-73846"/>
              <a:satOff val="-6552"/>
              <a:lumOff val="-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Evaluate and compare performance of diverse machine learning algorithms </a:t>
          </a:r>
        </a:p>
      </dsp:txBody>
      <dsp:txXfrm>
        <a:off x="10219" y="1744158"/>
        <a:ext cx="1180695" cy="1729461"/>
      </dsp:txXfrm>
    </dsp:sp>
    <dsp:sp modelId="{6C45A49D-DB0D-4FF6-A2C7-DC18EB2BFD80}">
      <dsp:nvSpPr>
        <dsp:cNvPr id="0" name=""/>
        <dsp:cNvSpPr/>
      </dsp:nvSpPr>
      <dsp:spPr>
        <a:xfrm>
          <a:off x="1322103" y="1110033"/>
          <a:ext cx="1180695" cy="72"/>
        </a:xfrm>
        <a:prstGeom prst="rect">
          <a:avLst/>
        </a:prstGeom>
        <a:solidFill>
          <a:schemeClr val="accent2">
            <a:tint val="40000"/>
            <a:alpha val="90000"/>
            <a:hueOff val="-110769"/>
            <a:satOff val="-9828"/>
            <a:lumOff val="-100"/>
            <a:alphaOff val="0"/>
          </a:schemeClr>
        </a:solidFill>
        <a:ln w="12700" cap="flat" cmpd="sng" algn="ctr">
          <a:solidFill>
            <a:schemeClr val="accent2">
              <a:tint val="40000"/>
              <a:alpha val="90000"/>
              <a:hueOff val="-110769"/>
              <a:satOff val="-9828"/>
              <a:lumOff val="-10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ACA64C-6364-45B6-9CBC-23BE460314F9}">
      <dsp:nvSpPr>
        <dsp:cNvPr id="0" name=""/>
        <dsp:cNvSpPr/>
      </dsp:nvSpPr>
      <dsp:spPr>
        <a:xfrm>
          <a:off x="2534284" y="1065945"/>
          <a:ext cx="60346" cy="113460"/>
        </a:xfrm>
        <a:prstGeom prst="chevron">
          <a:avLst>
            <a:gd name="adj" fmla="val 90000"/>
          </a:avLst>
        </a:prstGeom>
        <a:solidFill>
          <a:schemeClr val="accent2">
            <a:tint val="40000"/>
            <a:alpha val="90000"/>
            <a:hueOff val="-147691"/>
            <a:satOff val="-13104"/>
            <a:lumOff val="-134"/>
            <a:alphaOff val="0"/>
          </a:schemeClr>
        </a:solidFill>
        <a:ln w="12700" cap="flat" cmpd="sng" algn="ctr">
          <a:solidFill>
            <a:schemeClr val="accent2">
              <a:tint val="40000"/>
              <a:alpha val="90000"/>
              <a:hueOff val="-147691"/>
              <a:satOff val="-13104"/>
              <a:lumOff val="-1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6D21EB0B-072C-4071-B034-67253DC33671}">
      <dsp:nvSpPr>
        <dsp:cNvPr id="0" name=""/>
        <dsp:cNvSpPr/>
      </dsp:nvSpPr>
      <dsp:spPr>
        <a:xfrm>
          <a:off x="1680088" y="877706"/>
          <a:ext cx="464724" cy="464724"/>
        </a:xfrm>
        <a:prstGeom prst="ellipse">
          <a:avLst/>
        </a:prstGeom>
        <a:solidFill>
          <a:schemeClr val="accent2">
            <a:hueOff val="-207909"/>
            <a:satOff val="-11990"/>
            <a:lumOff val="1233"/>
            <a:alphaOff val="0"/>
          </a:schemeClr>
        </a:solidFill>
        <a:ln w="12700" cap="flat" cmpd="sng" algn="ctr">
          <a:solidFill>
            <a:schemeClr val="accent2">
              <a:hueOff val="-207909"/>
              <a:satOff val="-11990"/>
              <a:lumOff val="12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748145" y="945763"/>
        <a:ext cx="328610" cy="328610"/>
      </dsp:txXfrm>
    </dsp:sp>
    <dsp:sp modelId="{E4E16795-A143-45E9-8347-72A6F6721AEC}">
      <dsp:nvSpPr>
        <dsp:cNvPr id="0" name=""/>
        <dsp:cNvSpPr/>
      </dsp:nvSpPr>
      <dsp:spPr>
        <a:xfrm>
          <a:off x="1322103" y="1508037"/>
          <a:ext cx="1180695" cy="1965600"/>
        </a:xfrm>
        <a:prstGeom prst="upArrowCallout">
          <a:avLst>
            <a:gd name="adj1" fmla="val 50000"/>
            <a:gd name="adj2" fmla="val 20000"/>
            <a:gd name="adj3" fmla="val 20000"/>
            <a:gd name="adj4" fmla="val 100000"/>
          </a:avLst>
        </a:prstGeom>
        <a:solidFill>
          <a:schemeClr val="accent2">
            <a:tint val="40000"/>
            <a:alpha val="90000"/>
            <a:hueOff val="-184614"/>
            <a:satOff val="-16380"/>
            <a:lumOff val="-167"/>
            <a:alphaOff val="0"/>
          </a:schemeClr>
        </a:solidFill>
        <a:ln w="12700" cap="flat" cmpd="sng" algn="ctr">
          <a:solidFill>
            <a:schemeClr val="accent2">
              <a:tint val="40000"/>
              <a:alpha val="90000"/>
              <a:hueOff val="-184614"/>
              <a:satOff val="-16380"/>
              <a:lumOff val="-1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Conduct thorough data preprocessing, addressing missing values, outliers, and ensuring data consistency.</a:t>
          </a:r>
        </a:p>
      </dsp:txBody>
      <dsp:txXfrm>
        <a:off x="1322103" y="1744176"/>
        <a:ext cx="1180695" cy="1729461"/>
      </dsp:txXfrm>
    </dsp:sp>
    <dsp:sp modelId="{EF529F2E-29A0-4129-8405-374BB758AB95}">
      <dsp:nvSpPr>
        <dsp:cNvPr id="0" name=""/>
        <dsp:cNvSpPr/>
      </dsp:nvSpPr>
      <dsp:spPr>
        <a:xfrm>
          <a:off x="2633987" y="1110033"/>
          <a:ext cx="1180695" cy="72"/>
        </a:xfrm>
        <a:prstGeom prst="rect">
          <a:avLst/>
        </a:prstGeom>
        <a:solidFill>
          <a:schemeClr val="accent2">
            <a:tint val="40000"/>
            <a:alpha val="90000"/>
            <a:hueOff val="-221537"/>
            <a:satOff val="-19655"/>
            <a:lumOff val="-201"/>
            <a:alphaOff val="0"/>
          </a:schemeClr>
        </a:solidFill>
        <a:ln w="12700" cap="flat" cmpd="sng" algn="ctr">
          <a:solidFill>
            <a:schemeClr val="accent2">
              <a:tint val="40000"/>
              <a:alpha val="90000"/>
              <a:hueOff val="-221537"/>
              <a:satOff val="-19655"/>
              <a:lumOff val="-201"/>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373436-1349-4970-9F0D-857E2351628D}">
      <dsp:nvSpPr>
        <dsp:cNvPr id="0" name=""/>
        <dsp:cNvSpPr/>
      </dsp:nvSpPr>
      <dsp:spPr>
        <a:xfrm>
          <a:off x="3846168" y="1065945"/>
          <a:ext cx="60346" cy="113460"/>
        </a:xfrm>
        <a:prstGeom prst="chevron">
          <a:avLst>
            <a:gd name="adj" fmla="val 90000"/>
          </a:avLst>
        </a:prstGeom>
        <a:solidFill>
          <a:schemeClr val="accent2">
            <a:tint val="40000"/>
            <a:alpha val="90000"/>
            <a:hueOff val="-258460"/>
            <a:satOff val="-22931"/>
            <a:lumOff val="-234"/>
            <a:alphaOff val="0"/>
          </a:schemeClr>
        </a:solidFill>
        <a:ln w="12700" cap="flat" cmpd="sng" algn="ctr">
          <a:solidFill>
            <a:schemeClr val="accent2">
              <a:tint val="40000"/>
              <a:alpha val="90000"/>
              <a:hueOff val="-258460"/>
              <a:satOff val="-22931"/>
              <a:lumOff val="-2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30D608-6E67-4CF9-BFE7-5901283BFA0B}">
      <dsp:nvSpPr>
        <dsp:cNvPr id="0" name=""/>
        <dsp:cNvSpPr/>
      </dsp:nvSpPr>
      <dsp:spPr>
        <a:xfrm>
          <a:off x="2991972" y="877706"/>
          <a:ext cx="464724" cy="464724"/>
        </a:xfrm>
        <a:prstGeom prst="ellipse">
          <a:avLst/>
        </a:prstGeom>
        <a:solidFill>
          <a:schemeClr val="accent2">
            <a:hueOff val="-415818"/>
            <a:satOff val="-23979"/>
            <a:lumOff val="2465"/>
            <a:alphaOff val="0"/>
          </a:schemeClr>
        </a:solidFill>
        <a:ln w="12700" cap="flat" cmpd="sng" algn="ctr">
          <a:solidFill>
            <a:schemeClr val="accent2">
              <a:hueOff val="-415818"/>
              <a:satOff val="-23979"/>
              <a:lumOff val="24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3060029" y="945763"/>
        <a:ext cx="328610" cy="328610"/>
      </dsp:txXfrm>
    </dsp:sp>
    <dsp:sp modelId="{63A6A5B0-265F-4A5B-B0C6-ABC5D2AF7E33}">
      <dsp:nvSpPr>
        <dsp:cNvPr id="0" name=""/>
        <dsp:cNvSpPr/>
      </dsp:nvSpPr>
      <dsp:spPr>
        <a:xfrm>
          <a:off x="2633987" y="1508037"/>
          <a:ext cx="1180695" cy="1965600"/>
        </a:xfrm>
        <a:prstGeom prst="upArrowCallout">
          <a:avLst>
            <a:gd name="adj1" fmla="val 50000"/>
            <a:gd name="adj2" fmla="val 20000"/>
            <a:gd name="adj3" fmla="val 20000"/>
            <a:gd name="adj4" fmla="val 100000"/>
          </a:avLst>
        </a:prstGeom>
        <a:solidFill>
          <a:schemeClr val="accent2">
            <a:tint val="40000"/>
            <a:alpha val="90000"/>
            <a:hueOff val="-295383"/>
            <a:satOff val="-26207"/>
            <a:lumOff val="-267"/>
            <a:alphaOff val="0"/>
          </a:schemeClr>
        </a:solidFill>
        <a:ln w="12700" cap="flat" cmpd="sng" algn="ctr">
          <a:solidFill>
            <a:schemeClr val="accent2">
              <a:tint val="40000"/>
              <a:alpha val="90000"/>
              <a:hueOff val="-295383"/>
              <a:satOff val="-26207"/>
              <a:lumOff val="-2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Explore feature engineering techniques to enhance relevance and informativeness of input variables.</a:t>
          </a:r>
        </a:p>
      </dsp:txBody>
      <dsp:txXfrm>
        <a:off x="2633987" y="1744176"/>
        <a:ext cx="1180695" cy="1729461"/>
      </dsp:txXfrm>
    </dsp:sp>
    <dsp:sp modelId="{39DA55B5-069D-4BA8-B675-8513E3C61101}">
      <dsp:nvSpPr>
        <dsp:cNvPr id="0" name=""/>
        <dsp:cNvSpPr/>
      </dsp:nvSpPr>
      <dsp:spPr>
        <a:xfrm>
          <a:off x="3945871" y="1110033"/>
          <a:ext cx="1180695" cy="72"/>
        </a:xfrm>
        <a:prstGeom prst="rect">
          <a:avLst/>
        </a:prstGeom>
        <a:solidFill>
          <a:schemeClr val="accent2">
            <a:tint val="40000"/>
            <a:alpha val="90000"/>
            <a:hueOff val="-332306"/>
            <a:satOff val="-29483"/>
            <a:lumOff val="-301"/>
            <a:alphaOff val="0"/>
          </a:schemeClr>
        </a:solidFill>
        <a:ln w="12700" cap="flat" cmpd="sng" algn="ctr">
          <a:solidFill>
            <a:schemeClr val="accent2">
              <a:tint val="40000"/>
              <a:alpha val="90000"/>
              <a:hueOff val="-332306"/>
              <a:satOff val="-29483"/>
              <a:lumOff val="-301"/>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3127F6-A08F-4AE1-9218-91239B7E3AD5}">
      <dsp:nvSpPr>
        <dsp:cNvPr id="0" name=""/>
        <dsp:cNvSpPr/>
      </dsp:nvSpPr>
      <dsp:spPr>
        <a:xfrm>
          <a:off x="5158052" y="1065945"/>
          <a:ext cx="60346" cy="113460"/>
        </a:xfrm>
        <a:prstGeom prst="chevron">
          <a:avLst>
            <a:gd name="adj" fmla="val 90000"/>
          </a:avLst>
        </a:prstGeom>
        <a:solidFill>
          <a:schemeClr val="accent2">
            <a:tint val="40000"/>
            <a:alpha val="90000"/>
            <a:hueOff val="-369229"/>
            <a:satOff val="-32759"/>
            <a:lumOff val="-334"/>
            <a:alphaOff val="0"/>
          </a:schemeClr>
        </a:solidFill>
        <a:ln w="12700" cap="flat" cmpd="sng" algn="ctr">
          <a:solidFill>
            <a:schemeClr val="accent2">
              <a:tint val="40000"/>
              <a:alpha val="90000"/>
              <a:hueOff val="-369229"/>
              <a:satOff val="-32759"/>
              <a:lumOff val="-3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248425-184F-41B8-9CF1-CF5A896C0F87}">
      <dsp:nvSpPr>
        <dsp:cNvPr id="0" name=""/>
        <dsp:cNvSpPr/>
      </dsp:nvSpPr>
      <dsp:spPr>
        <a:xfrm>
          <a:off x="4303856" y="877706"/>
          <a:ext cx="464724" cy="464724"/>
        </a:xfrm>
        <a:prstGeom prst="ellipse">
          <a:avLst/>
        </a:prstGeom>
        <a:solidFill>
          <a:schemeClr val="accent2">
            <a:hueOff val="-623727"/>
            <a:satOff val="-35969"/>
            <a:lumOff val="3698"/>
            <a:alphaOff val="0"/>
          </a:schemeClr>
        </a:solidFill>
        <a:ln w="12700" cap="flat" cmpd="sng" algn="ctr">
          <a:solidFill>
            <a:schemeClr val="accent2">
              <a:hueOff val="-623727"/>
              <a:satOff val="-35969"/>
              <a:lumOff val="36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4</a:t>
          </a:r>
        </a:p>
      </dsp:txBody>
      <dsp:txXfrm>
        <a:off x="4371913" y="945763"/>
        <a:ext cx="328610" cy="328610"/>
      </dsp:txXfrm>
    </dsp:sp>
    <dsp:sp modelId="{F926B079-B1BC-41C1-B06F-F547BC5CDEEA}">
      <dsp:nvSpPr>
        <dsp:cNvPr id="0" name=""/>
        <dsp:cNvSpPr/>
      </dsp:nvSpPr>
      <dsp:spPr>
        <a:xfrm>
          <a:off x="3945871" y="1508037"/>
          <a:ext cx="1180695" cy="1965600"/>
        </a:xfrm>
        <a:prstGeom prst="upArrowCallout">
          <a:avLst>
            <a:gd name="adj1" fmla="val 50000"/>
            <a:gd name="adj2" fmla="val 20000"/>
            <a:gd name="adj3" fmla="val 20000"/>
            <a:gd name="adj4" fmla="val 100000"/>
          </a:avLst>
        </a:prstGeom>
        <a:solidFill>
          <a:schemeClr val="accent2">
            <a:tint val="40000"/>
            <a:alpha val="90000"/>
            <a:hueOff val="-406152"/>
            <a:satOff val="-36035"/>
            <a:lumOff val="-368"/>
            <a:alphaOff val="0"/>
          </a:schemeClr>
        </a:solidFill>
        <a:ln w="12700" cap="flat" cmpd="sng" algn="ctr">
          <a:solidFill>
            <a:schemeClr val="accent2">
              <a:tint val="40000"/>
              <a:alpha val="90000"/>
              <a:hueOff val="-406152"/>
              <a:satOff val="-36035"/>
              <a:lumOff val="-36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Train machine learning models on historical data, optimizing hyperparameters for improved accuracy.</a:t>
          </a:r>
        </a:p>
      </dsp:txBody>
      <dsp:txXfrm>
        <a:off x="3945871" y="1744176"/>
        <a:ext cx="1180695" cy="1729461"/>
      </dsp:txXfrm>
    </dsp:sp>
    <dsp:sp modelId="{ADFFBCBF-7AED-4063-B2C9-A9656B90374F}">
      <dsp:nvSpPr>
        <dsp:cNvPr id="0" name=""/>
        <dsp:cNvSpPr/>
      </dsp:nvSpPr>
      <dsp:spPr>
        <a:xfrm>
          <a:off x="5257755" y="1110033"/>
          <a:ext cx="1180695" cy="72"/>
        </a:xfrm>
        <a:prstGeom prst="rect">
          <a:avLst/>
        </a:prstGeom>
        <a:solidFill>
          <a:schemeClr val="accent2">
            <a:tint val="40000"/>
            <a:alpha val="90000"/>
            <a:hueOff val="-443074"/>
            <a:satOff val="-39311"/>
            <a:lumOff val="-401"/>
            <a:alphaOff val="0"/>
          </a:schemeClr>
        </a:solidFill>
        <a:ln w="12700" cap="flat" cmpd="sng" algn="ctr">
          <a:solidFill>
            <a:schemeClr val="accent2">
              <a:tint val="40000"/>
              <a:alpha val="90000"/>
              <a:hueOff val="-443074"/>
              <a:satOff val="-39311"/>
              <a:lumOff val="-401"/>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977A95-6E22-4894-A4FD-094DDF70F57F}">
      <dsp:nvSpPr>
        <dsp:cNvPr id="0" name=""/>
        <dsp:cNvSpPr/>
      </dsp:nvSpPr>
      <dsp:spPr>
        <a:xfrm>
          <a:off x="6469936" y="1065945"/>
          <a:ext cx="60346" cy="113460"/>
        </a:xfrm>
        <a:prstGeom prst="chevron">
          <a:avLst>
            <a:gd name="adj" fmla="val 90000"/>
          </a:avLst>
        </a:prstGeom>
        <a:solidFill>
          <a:schemeClr val="accent2">
            <a:tint val="40000"/>
            <a:alpha val="90000"/>
            <a:hueOff val="-479997"/>
            <a:satOff val="-42587"/>
            <a:lumOff val="-435"/>
            <a:alphaOff val="0"/>
          </a:schemeClr>
        </a:solidFill>
        <a:ln w="12700" cap="flat" cmpd="sng" algn="ctr">
          <a:solidFill>
            <a:schemeClr val="accent2">
              <a:tint val="40000"/>
              <a:alpha val="90000"/>
              <a:hueOff val="-479997"/>
              <a:satOff val="-42587"/>
              <a:lumOff val="-435"/>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7570EB-87A4-43C4-B22C-481ABB9A244D}">
      <dsp:nvSpPr>
        <dsp:cNvPr id="0" name=""/>
        <dsp:cNvSpPr/>
      </dsp:nvSpPr>
      <dsp:spPr>
        <a:xfrm>
          <a:off x="5615740" y="877706"/>
          <a:ext cx="464724" cy="464724"/>
        </a:xfrm>
        <a:prstGeom prst="ellipse">
          <a:avLst/>
        </a:prstGeom>
        <a:solidFill>
          <a:schemeClr val="accent2">
            <a:hueOff val="-831636"/>
            <a:satOff val="-47959"/>
            <a:lumOff val="4930"/>
            <a:alphaOff val="0"/>
          </a:schemeClr>
        </a:solidFill>
        <a:ln w="12700" cap="flat" cmpd="sng" algn="ctr">
          <a:solidFill>
            <a:schemeClr val="accent2">
              <a:hueOff val="-831636"/>
              <a:satOff val="-47959"/>
              <a:lumOff val="49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5</a:t>
          </a:r>
        </a:p>
      </dsp:txBody>
      <dsp:txXfrm>
        <a:off x="5683797" y="945763"/>
        <a:ext cx="328610" cy="328610"/>
      </dsp:txXfrm>
    </dsp:sp>
    <dsp:sp modelId="{FF46F1F3-A090-4F52-8D4C-2B4FE9C4C235}">
      <dsp:nvSpPr>
        <dsp:cNvPr id="0" name=""/>
        <dsp:cNvSpPr/>
      </dsp:nvSpPr>
      <dsp:spPr>
        <a:xfrm>
          <a:off x="5257755" y="1508037"/>
          <a:ext cx="1180695" cy="1965600"/>
        </a:xfrm>
        <a:prstGeom prst="upArrowCallout">
          <a:avLst>
            <a:gd name="adj1" fmla="val 50000"/>
            <a:gd name="adj2" fmla="val 20000"/>
            <a:gd name="adj3" fmla="val 20000"/>
            <a:gd name="adj4" fmla="val 100000"/>
          </a:avLst>
        </a:prstGeom>
        <a:solidFill>
          <a:schemeClr val="accent2">
            <a:tint val="40000"/>
            <a:alpha val="90000"/>
            <a:hueOff val="-516920"/>
            <a:satOff val="-45863"/>
            <a:lumOff val="-468"/>
            <a:alphaOff val="0"/>
          </a:schemeClr>
        </a:solidFill>
        <a:ln w="12700" cap="flat" cmpd="sng" algn="ctr">
          <a:solidFill>
            <a:schemeClr val="accent2">
              <a:tint val="40000"/>
              <a:alpha val="90000"/>
              <a:hueOff val="-516920"/>
              <a:satOff val="-45863"/>
              <a:lumOff val="-46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Investigate ensemble methods or advanced algorithmic configurations to enhance model robustness.</a:t>
          </a:r>
        </a:p>
      </dsp:txBody>
      <dsp:txXfrm>
        <a:off x="5257755" y="1744176"/>
        <a:ext cx="1180695" cy="1729461"/>
      </dsp:txXfrm>
    </dsp:sp>
    <dsp:sp modelId="{7ADD73EC-7EB8-4986-AF5D-0377DAB1439C}">
      <dsp:nvSpPr>
        <dsp:cNvPr id="0" name=""/>
        <dsp:cNvSpPr/>
      </dsp:nvSpPr>
      <dsp:spPr>
        <a:xfrm>
          <a:off x="6569639" y="1110033"/>
          <a:ext cx="1180695" cy="72"/>
        </a:xfrm>
        <a:prstGeom prst="rect">
          <a:avLst/>
        </a:prstGeom>
        <a:solidFill>
          <a:schemeClr val="accent2">
            <a:tint val="40000"/>
            <a:alpha val="90000"/>
            <a:hueOff val="-553843"/>
            <a:satOff val="-49139"/>
            <a:lumOff val="-502"/>
            <a:alphaOff val="0"/>
          </a:schemeClr>
        </a:solidFill>
        <a:ln w="12700" cap="flat" cmpd="sng" algn="ctr">
          <a:solidFill>
            <a:schemeClr val="accent2">
              <a:tint val="40000"/>
              <a:alpha val="90000"/>
              <a:hueOff val="-553843"/>
              <a:satOff val="-49139"/>
              <a:lumOff val="-5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4A9510-2774-41D1-B857-4BA3852FD9E0}">
      <dsp:nvSpPr>
        <dsp:cNvPr id="0" name=""/>
        <dsp:cNvSpPr/>
      </dsp:nvSpPr>
      <dsp:spPr>
        <a:xfrm>
          <a:off x="7781820" y="1065945"/>
          <a:ext cx="60346" cy="113460"/>
        </a:xfrm>
        <a:prstGeom prst="chevron">
          <a:avLst>
            <a:gd name="adj" fmla="val 90000"/>
          </a:avLst>
        </a:prstGeom>
        <a:solidFill>
          <a:schemeClr val="accent2">
            <a:tint val="40000"/>
            <a:alpha val="90000"/>
            <a:hueOff val="-590766"/>
            <a:satOff val="-52415"/>
            <a:lumOff val="-535"/>
            <a:alphaOff val="0"/>
          </a:schemeClr>
        </a:solidFill>
        <a:ln w="12700" cap="flat" cmpd="sng" algn="ctr">
          <a:solidFill>
            <a:schemeClr val="accent2">
              <a:tint val="40000"/>
              <a:alpha val="90000"/>
              <a:hueOff val="-590766"/>
              <a:satOff val="-52415"/>
              <a:lumOff val="-535"/>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97A331-3085-4FA5-9291-1CD79B727B06}">
      <dsp:nvSpPr>
        <dsp:cNvPr id="0" name=""/>
        <dsp:cNvSpPr/>
      </dsp:nvSpPr>
      <dsp:spPr>
        <a:xfrm>
          <a:off x="6927624" y="877706"/>
          <a:ext cx="464724" cy="464724"/>
        </a:xfrm>
        <a:prstGeom prst="ellipse">
          <a:avLst/>
        </a:prstGeom>
        <a:solidFill>
          <a:schemeClr val="accent2">
            <a:hueOff val="-1039545"/>
            <a:satOff val="-59949"/>
            <a:lumOff val="6163"/>
            <a:alphaOff val="0"/>
          </a:schemeClr>
        </a:solidFill>
        <a:ln w="12700" cap="flat" cmpd="sng" algn="ctr">
          <a:solidFill>
            <a:schemeClr val="accent2">
              <a:hueOff val="-1039545"/>
              <a:satOff val="-59949"/>
              <a:lumOff val="616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6</a:t>
          </a:r>
        </a:p>
      </dsp:txBody>
      <dsp:txXfrm>
        <a:off x="6995681" y="945763"/>
        <a:ext cx="328610" cy="328610"/>
      </dsp:txXfrm>
    </dsp:sp>
    <dsp:sp modelId="{94D09601-770B-4EF6-94D9-0B2B7FBD32F9}">
      <dsp:nvSpPr>
        <dsp:cNvPr id="0" name=""/>
        <dsp:cNvSpPr/>
      </dsp:nvSpPr>
      <dsp:spPr>
        <a:xfrm>
          <a:off x="6569639" y="1508037"/>
          <a:ext cx="1180695" cy="1965600"/>
        </a:xfrm>
        <a:prstGeom prst="upArrowCallout">
          <a:avLst>
            <a:gd name="adj1" fmla="val 50000"/>
            <a:gd name="adj2" fmla="val 20000"/>
            <a:gd name="adj3" fmla="val 20000"/>
            <a:gd name="adj4" fmla="val 100000"/>
          </a:avLst>
        </a:prstGeom>
        <a:solidFill>
          <a:schemeClr val="accent2">
            <a:tint val="40000"/>
            <a:alpha val="90000"/>
            <a:hueOff val="-627689"/>
            <a:satOff val="-55691"/>
            <a:lumOff val="-568"/>
            <a:alphaOff val="0"/>
          </a:schemeClr>
        </a:solidFill>
        <a:ln w="12700" cap="flat" cmpd="sng" algn="ctr">
          <a:solidFill>
            <a:schemeClr val="accent2">
              <a:tint val="40000"/>
              <a:alpha val="90000"/>
              <a:hueOff val="-627689"/>
              <a:satOff val="-55691"/>
              <a:lumOff val="-56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Incorporate temporal considerations into models to capture time-dependent trends and variations in crop yield patterns.</a:t>
          </a:r>
        </a:p>
      </dsp:txBody>
      <dsp:txXfrm>
        <a:off x="6569639" y="1744176"/>
        <a:ext cx="1180695" cy="1729461"/>
      </dsp:txXfrm>
    </dsp:sp>
    <dsp:sp modelId="{6E695EBF-41D9-4B56-9CAD-4452C7ABE8D9}">
      <dsp:nvSpPr>
        <dsp:cNvPr id="0" name=""/>
        <dsp:cNvSpPr/>
      </dsp:nvSpPr>
      <dsp:spPr>
        <a:xfrm>
          <a:off x="7881523" y="1110033"/>
          <a:ext cx="1180776" cy="72"/>
        </a:xfrm>
        <a:prstGeom prst="rect">
          <a:avLst/>
        </a:prstGeom>
        <a:solidFill>
          <a:schemeClr val="accent2">
            <a:tint val="40000"/>
            <a:alpha val="90000"/>
            <a:hueOff val="-664612"/>
            <a:satOff val="-58966"/>
            <a:lumOff val="-602"/>
            <a:alphaOff val="0"/>
          </a:schemeClr>
        </a:solidFill>
        <a:ln w="12700" cap="flat" cmpd="sng" algn="ctr">
          <a:solidFill>
            <a:schemeClr val="accent2">
              <a:tint val="40000"/>
              <a:alpha val="90000"/>
              <a:hueOff val="-664612"/>
              <a:satOff val="-58966"/>
              <a:lumOff val="-6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FF738E-62B5-4F9C-953A-86FEEB8FD832}">
      <dsp:nvSpPr>
        <dsp:cNvPr id="0" name=""/>
        <dsp:cNvSpPr/>
      </dsp:nvSpPr>
      <dsp:spPr>
        <a:xfrm>
          <a:off x="9093786" y="1065945"/>
          <a:ext cx="60350" cy="113460"/>
        </a:xfrm>
        <a:prstGeom prst="chevron">
          <a:avLst>
            <a:gd name="adj" fmla="val 90000"/>
          </a:avLst>
        </a:prstGeom>
        <a:solidFill>
          <a:schemeClr val="accent2">
            <a:tint val="40000"/>
            <a:alpha val="90000"/>
            <a:hueOff val="-701535"/>
            <a:satOff val="-62242"/>
            <a:lumOff val="-635"/>
            <a:alphaOff val="0"/>
          </a:schemeClr>
        </a:solidFill>
        <a:ln w="12700" cap="flat" cmpd="sng" algn="ctr">
          <a:solidFill>
            <a:schemeClr val="accent2">
              <a:tint val="40000"/>
              <a:alpha val="90000"/>
              <a:hueOff val="-701535"/>
              <a:satOff val="-62242"/>
              <a:lumOff val="-63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1CB82A-7027-43F1-8BFA-7C5D9944CBE2}">
      <dsp:nvSpPr>
        <dsp:cNvPr id="0" name=""/>
        <dsp:cNvSpPr/>
      </dsp:nvSpPr>
      <dsp:spPr>
        <a:xfrm>
          <a:off x="8239548" y="877706"/>
          <a:ext cx="464724" cy="464724"/>
        </a:xfrm>
        <a:prstGeom prst="ellipse">
          <a:avLst/>
        </a:prstGeom>
        <a:solidFill>
          <a:schemeClr val="accent2">
            <a:hueOff val="-1247454"/>
            <a:satOff val="-71938"/>
            <a:lumOff val="7395"/>
            <a:alphaOff val="0"/>
          </a:schemeClr>
        </a:solidFill>
        <a:ln w="12700" cap="flat" cmpd="sng" algn="ctr">
          <a:solidFill>
            <a:schemeClr val="accent2">
              <a:hueOff val="-1247454"/>
              <a:satOff val="-71938"/>
              <a:lumOff val="739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7</a:t>
          </a:r>
        </a:p>
      </dsp:txBody>
      <dsp:txXfrm>
        <a:off x="8307605" y="945763"/>
        <a:ext cx="328610" cy="328610"/>
      </dsp:txXfrm>
    </dsp:sp>
    <dsp:sp modelId="{8810D378-D132-4A2B-B794-28CBCBDF5A68}">
      <dsp:nvSpPr>
        <dsp:cNvPr id="0" name=""/>
        <dsp:cNvSpPr/>
      </dsp:nvSpPr>
      <dsp:spPr>
        <a:xfrm>
          <a:off x="7881523" y="1508037"/>
          <a:ext cx="1180776" cy="1965600"/>
        </a:xfrm>
        <a:prstGeom prst="upArrowCallout">
          <a:avLst>
            <a:gd name="adj1" fmla="val 50000"/>
            <a:gd name="adj2" fmla="val 20000"/>
            <a:gd name="adj3" fmla="val 20000"/>
            <a:gd name="adj4" fmla="val 100000"/>
          </a:avLst>
        </a:prstGeom>
        <a:solidFill>
          <a:schemeClr val="accent2">
            <a:tint val="40000"/>
            <a:alpha val="90000"/>
            <a:hueOff val="-738457"/>
            <a:satOff val="-65518"/>
            <a:lumOff val="-669"/>
            <a:alphaOff val="0"/>
          </a:schemeClr>
        </a:solidFill>
        <a:ln w="12700" cap="flat" cmpd="sng" algn="ctr">
          <a:solidFill>
            <a:schemeClr val="accent2">
              <a:tint val="40000"/>
              <a:alpha val="90000"/>
              <a:hueOff val="-738457"/>
              <a:satOff val="-65518"/>
              <a:lumOff val="-6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41" tIns="165100" rIns="93141" bIns="165100" numCol="1" spcCol="1270" anchor="t" anchorCtr="0">
          <a:noAutofit/>
        </a:bodyPr>
        <a:lstStyle/>
        <a:p>
          <a:pPr marL="0" lvl="0" indent="0" algn="l" defTabSz="488950">
            <a:lnSpc>
              <a:spcPct val="90000"/>
            </a:lnSpc>
            <a:spcBef>
              <a:spcPct val="0"/>
            </a:spcBef>
            <a:spcAft>
              <a:spcPct val="35000"/>
            </a:spcAft>
            <a:buNone/>
          </a:pPr>
          <a:r>
            <a:rPr lang="en-US" sz="1100" kern="1200"/>
            <a:t>Use robust performance metrics (e.g., MAE, MSE, R-squared) to comprehensively assess model accuracy.</a:t>
          </a:r>
        </a:p>
      </dsp:txBody>
      <dsp:txXfrm>
        <a:off x="7881523" y="1744192"/>
        <a:ext cx="1180776" cy="1729445"/>
      </dsp:txXfrm>
    </dsp:sp>
    <dsp:sp modelId="{E523E3E4-0642-4A1F-99BA-B4C2573ED211}">
      <dsp:nvSpPr>
        <dsp:cNvPr id="0" name=""/>
        <dsp:cNvSpPr/>
      </dsp:nvSpPr>
      <dsp:spPr>
        <a:xfrm>
          <a:off x="9193496" y="1110033"/>
          <a:ext cx="590347" cy="72"/>
        </a:xfrm>
        <a:prstGeom prst="rect">
          <a:avLst/>
        </a:prstGeom>
        <a:solidFill>
          <a:schemeClr val="accent2">
            <a:tint val="40000"/>
            <a:alpha val="90000"/>
            <a:hueOff val="-775380"/>
            <a:satOff val="-68794"/>
            <a:lumOff val="-702"/>
            <a:alphaOff val="0"/>
          </a:schemeClr>
        </a:solidFill>
        <a:ln w="12700" cap="flat" cmpd="sng" algn="ctr">
          <a:solidFill>
            <a:schemeClr val="accent2">
              <a:tint val="40000"/>
              <a:alpha val="90000"/>
              <a:hueOff val="-775380"/>
              <a:satOff val="-68794"/>
              <a:lumOff val="-7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438C6A-3BD8-44CB-9544-08766C0D464D}">
      <dsp:nvSpPr>
        <dsp:cNvPr id="0" name=""/>
        <dsp:cNvSpPr/>
      </dsp:nvSpPr>
      <dsp:spPr>
        <a:xfrm>
          <a:off x="9551482" y="877706"/>
          <a:ext cx="464724" cy="464724"/>
        </a:xfrm>
        <a:prstGeom prst="ellips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034" tIns="18034" rIns="18034" bIns="18034" numCol="1" spcCol="1270" anchor="ctr" anchorCtr="0">
          <a:noAutofit/>
        </a:bodyPr>
        <a:lstStyle/>
        <a:p>
          <a:pPr marL="0" lvl="0" indent="0" algn="ctr" defTabSz="889000">
            <a:lnSpc>
              <a:spcPct val="90000"/>
            </a:lnSpc>
            <a:spcBef>
              <a:spcPct val="0"/>
            </a:spcBef>
            <a:spcAft>
              <a:spcPct val="35000"/>
            </a:spcAft>
            <a:buNone/>
          </a:pPr>
          <a:r>
            <a:rPr lang="en-US" sz="2000" kern="1200"/>
            <a:t>8</a:t>
          </a:r>
        </a:p>
      </dsp:txBody>
      <dsp:txXfrm>
        <a:off x="9619539" y="945763"/>
        <a:ext cx="328610" cy="328610"/>
      </dsp:txXfrm>
    </dsp:sp>
    <dsp:sp modelId="{3EE36958-9A68-414A-AF34-022B20A8C737}">
      <dsp:nvSpPr>
        <dsp:cNvPr id="0" name=""/>
        <dsp:cNvSpPr/>
      </dsp:nvSpPr>
      <dsp:spPr>
        <a:xfrm>
          <a:off x="9193496" y="1508037"/>
          <a:ext cx="1180695" cy="1965600"/>
        </a:xfrm>
        <a:prstGeom prst="upArrowCallout">
          <a:avLst>
            <a:gd name="adj1" fmla="val 50000"/>
            <a:gd name="adj2" fmla="val 20000"/>
            <a:gd name="adj3" fmla="val 20000"/>
            <a:gd name="adj4" fmla="val 100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3135" tIns="165100" rIns="93135" bIns="165100" numCol="1" spcCol="1270" anchor="t" anchorCtr="0">
          <a:noAutofit/>
        </a:bodyPr>
        <a:lstStyle/>
        <a:p>
          <a:pPr marL="0" lvl="0" indent="0" algn="l" defTabSz="488950">
            <a:lnSpc>
              <a:spcPct val="90000"/>
            </a:lnSpc>
            <a:spcBef>
              <a:spcPct val="0"/>
            </a:spcBef>
            <a:spcAft>
              <a:spcPct val="35000"/>
            </a:spcAft>
            <a:buNone/>
          </a:pPr>
          <a:r>
            <a:rPr lang="en-US" sz="1100" kern="1200"/>
            <a:t>Develop visualizations to communicate model predictions and showcase significant features influencing crop yield.</a:t>
          </a:r>
        </a:p>
      </dsp:txBody>
      <dsp:txXfrm>
        <a:off x="9193496" y="1744176"/>
        <a:ext cx="1180695" cy="17294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4C9D6-8A1A-4EDF-A780-C214B438794F}">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C87ED52-9679-4558-AB9E-E2993D1E4609}">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Data preprocessing for crop yield prediction involves meticulous steps to enhance data quality. </a:t>
          </a:r>
        </a:p>
      </dsp:txBody>
      <dsp:txXfrm>
        <a:off x="1228411" y="621955"/>
        <a:ext cx="1919362" cy="1919362"/>
      </dsp:txXfrm>
    </dsp:sp>
    <dsp:sp modelId="{FFB9EFEA-E3E5-403A-9192-2DD6B0DC7BE9}">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Raw datasets, including historical yields, weather, soil, and satellite imagery, undergo cleaning, handling missing values, and standardization. </a:t>
          </a:r>
        </a:p>
      </dsp:txBody>
      <dsp:txXfrm>
        <a:off x="3519058" y="621955"/>
        <a:ext cx="1919362" cy="1919362"/>
      </dsp:txXfrm>
    </dsp:sp>
    <dsp:sp modelId="{4B61C87E-64EF-4550-BD07-5C627AFEF68E}">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Features are carefully selected and engineered to maximize predictive power. </a:t>
          </a:r>
        </a:p>
      </dsp:txBody>
      <dsp:txXfrm>
        <a:off x="1228411" y="2912601"/>
        <a:ext cx="1919362" cy="1919362"/>
      </dsp:txXfrm>
    </dsp:sp>
    <dsp:sp modelId="{043B599F-6A14-48D0-BF88-558D02204D9C}">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Normalization techniques ensure uniformity across diverse datasets. Outliers and noise are addressed to prevent misinterpretation. </a:t>
          </a:r>
        </a:p>
      </dsp:txBody>
      <dsp:txXfrm>
        <a:off x="3519058" y="2912601"/>
        <a:ext cx="1919362" cy="1919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7C809-841F-4F7A-AB72-2E71DB051DD0}">
      <dsp:nvSpPr>
        <dsp:cNvPr id="0" name=""/>
        <dsp:cNvSpPr/>
      </dsp:nvSpPr>
      <dsp:spPr>
        <a:xfrm>
          <a:off x="0" y="235084"/>
          <a:ext cx="6666833" cy="252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9266B0D-BEF4-4B90-AE39-AB1C814491F0}">
      <dsp:nvSpPr>
        <dsp:cNvPr id="0" name=""/>
        <dsp:cNvSpPr/>
      </dsp:nvSpPr>
      <dsp:spPr>
        <a:xfrm>
          <a:off x="333341" y="87484"/>
          <a:ext cx="4666783" cy="2952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Random Forest:</a:t>
          </a:r>
          <a:endParaRPr lang="en-US" sz="1000" kern="1200"/>
        </a:p>
      </dsp:txBody>
      <dsp:txXfrm>
        <a:off x="347751" y="101894"/>
        <a:ext cx="4637963" cy="266380"/>
      </dsp:txXfrm>
    </dsp:sp>
    <dsp:sp modelId="{7F692560-69E8-4B9B-8676-343FA2D7CB4D}">
      <dsp:nvSpPr>
        <dsp:cNvPr id="0" name=""/>
        <dsp:cNvSpPr/>
      </dsp:nvSpPr>
      <dsp:spPr>
        <a:xfrm>
          <a:off x="0" y="688684"/>
          <a:ext cx="6666833" cy="582750"/>
        </a:xfrm>
        <a:prstGeom prst="rect">
          <a:avLst/>
        </a:prstGeom>
        <a:solidFill>
          <a:schemeClr val="lt1">
            <a:alpha val="90000"/>
            <a:hueOff val="0"/>
            <a:satOff val="0"/>
            <a:lumOff val="0"/>
            <a:alphaOff val="0"/>
          </a:schemeClr>
        </a:solidFill>
        <a:ln w="6350" cap="flat" cmpd="sng" algn="ctr">
          <a:solidFill>
            <a:schemeClr val="accent2">
              <a:hueOff val="-242561"/>
              <a:satOff val="-13988"/>
              <a:lumOff val="143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Notably low RMSE of 0.1550, indicating high predictive accuracy.</a:t>
          </a:r>
        </a:p>
        <a:p>
          <a:pPr marL="57150" lvl="1" indent="-57150" algn="l" defTabSz="444500">
            <a:lnSpc>
              <a:spcPct val="90000"/>
            </a:lnSpc>
            <a:spcBef>
              <a:spcPct val="0"/>
            </a:spcBef>
            <a:spcAft>
              <a:spcPct val="15000"/>
            </a:spcAft>
            <a:buChar char="•"/>
          </a:pPr>
          <a:r>
            <a:rPr lang="en-US" sz="1000" kern="1200"/>
            <a:t>Demonstrates effectiveness in capturing complex relationships within agricultural data.</a:t>
          </a:r>
        </a:p>
      </dsp:txBody>
      <dsp:txXfrm>
        <a:off x="0" y="688684"/>
        <a:ext cx="6666833" cy="582750"/>
      </dsp:txXfrm>
    </dsp:sp>
    <dsp:sp modelId="{276A38DF-BF39-46C3-9AC8-3D2B0411B1BC}">
      <dsp:nvSpPr>
        <dsp:cNvPr id="0" name=""/>
        <dsp:cNvSpPr/>
      </dsp:nvSpPr>
      <dsp:spPr>
        <a:xfrm>
          <a:off x="333341" y="541084"/>
          <a:ext cx="4666783" cy="295200"/>
        </a:xfrm>
        <a:prstGeom prst="roundRect">
          <a:avLst/>
        </a:prstGeom>
        <a:gradFill rotWithShape="0">
          <a:gsLst>
            <a:gs pos="0">
              <a:schemeClr val="accent2">
                <a:hueOff val="-242561"/>
                <a:satOff val="-13988"/>
                <a:lumOff val="1438"/>
                <a:alphaOff val="0"/>
                <a:satMod val="103000"/>
                <a:lumMod val="102000"/>
                <a:tint val="94000"/>
              </a:schemeClr>
            </a:gs>
            <a:gs pos="50000">
              <a:schemeClr val="accent2">
                <a:hueOff val="-242561"/>
                <a:satOff val="-13988"/>
                <a:lumOff val="1438"/>
                <a:alphaOff val="0"/>
                <a:satMod val="110000"/>
                <a:lumMod val="100000"/>
                <a:shade val="100000"/>
              </a:schemeClr>
            </a:gs>
            <a:gs pos="100000">
              <a:schemeClr val="accent2">
                <a:hueOff val="-242561"/>
                <a:satOff val="-13988"/>
                <a:lumOff val="14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Performance Metric - RMSE:</a:t>
          </a:r>
          <a:endParaRPr lang="en-US" sz="1000" kern="1200"/>
        </a:p>
      </dsp:txBody>
      <dsp:txXfrm>
        <a:off x="347751" y="555494"/>
        <a:ext cx="4637963" cy="266380"/>
      </dsp:txXfrm>
    </dsp:sp>
    <dsp:sp modelId="{39C64E78-DEDC-4742-B855-828FA1428992}">
      <dsp:nvSpPr>
        <dsp:cNvPr id="0" name=""/>
        <dsp:cNvSpPr/>
      </dsp:nvSpPr>
      <dsp:spPr>
        <a:xfrm>
          <a:off x="0" y="1473034"/>
          <a:ext cx="6666833" cy="582750"/>
        </a:xfrm>
        <a:prstGeom prst="rect">
          <a:avLst/>
        </a:prstGeom>
        <a:solidFill>
          <a:schemeClr val="lt1">
            <a:alpha val="90000"/>
            <a:hueOff val="0"/>
            <a:satOff val="0"/>
            <a:lumOff val="0"/>
            <a:alphaOff val="0"/>
          </a:schemeClr>
        </a:solidFill>
        <a:ln w="6350" cap="flat" cmpd="sng" algn="ctr">
          <a:solidFill>
            <a:schemeClr val="accent2">
              <a:hueOff val="-485121"/>
              <a:satOff val="-27976"/>
              <a:lumOff val="287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Utilizes ensemble learning, aggregating multiple decision trees.</a:t>
          </a:r>
        </a:p>
        <a:p>
          <a:pPr marL="57150" lvl="1" indent="-57150" algn="l" defTabSz="444500">
            <a:lnSpc>
              <a:spcPct val="90000"/>
            </a:lnSpc>
            <a:spcBef>
              <a:spcPct val="0"/>
            </a:spcBef>
            <a:spcAft>
              <a:spcPct val="15000"/>
            </a:spcAft>
            <a:buChar char="•"/>
          </a:pPr>
          <a:r>
            <a:rPr lang="en-US" sz="1000" kern="1200"/>
            <a:t>Leverages collective strength to enhance predictive capabilities.</a:t>
          </a:r>
        </a:p>
      </dsp:txBody>
      <dsp:txXfrm>
        <a:off x="0" y="1473034"/>
        <a:ext cx="6666833" cy="582750"/>
      </dsp:txXfrm>
    </dsp:sp>
    <dsp:sp modelId="{D3125F01-E04C-4633-9FAC-53C85D4A4CD6}">
      <dsp:nvSpPr>
        <dsp:cNvPr id="0" name=""/>
        <dsp:cNvSpPr/>
      </dsp:nvSpPr>
      <dsp:spPr>
        <a:xfrm>
          <a:off x="333341" y="1325434"/>
          <a:ext cx="4666783" cy="29520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Ensemble Model:</a:t>
          </a:r>
          <a:endParaRPr lang="en-US" sz="1000" kern="1200"/>
        </a:p>
      </dsp:txBody>
      <dsp:txXfrm>
        <a:off x="347751" y="1339844"/>
        <a:ext cx="4637963" cy="266380"/>
      </dsp:txXfrm>
    </dsp:sp>
    <dsp:sp modelId="{4F5D2BB3-E0E2-4BEB-86D5-78679C3790D7}">
      <dsp:nvSpPr>
        <dsp:cNvPr id="0" name=""/>
        <dsp:cNvSpPr/>
      </dsp:nvSpPr>
      <dsp:spPr>
        <a:xfrm>
          <a:off x="0" y="2257384"/>
          <a:ext cx="6666833" cy="756000"/>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Shows versatility in handling diverse variables and potential nonlinear patterns.</a:t>
          </a:r>
        </a:p>
        <a:p>
          <a:pPr marL="57150" lvl="1" indent="-57150" algn="l" defTabSz="444500">
            <a:lnSpc>
              <a:spcPct val="90000"/>
            </a:lnSpc>
            <a:spcBef>
              <a:spcPct val="0"/>
            </a:spcBef>
            <a:spcAft>
              <a:spcPct val="15000"/>
            </a:spcAft>
            <a:buChar char="•"/>
          </a:pPr>
          <a:r>
            <a:rPr lang="en-US" sz="1000" kern="1200"/>
            <a:t>Highlights Random Forest's adaptability to complex agricultural datasets.</a:t>
          </a:r>
        </a:p>
        <a:p>
          <a:pPr marL="57150" lvl="1" indent="-57150" algn="l" defTabSz="444500">
            <a:lnSpc>
              <a:spcPct val="90000"/>
            </a:lnSpc>
            <a:spcBef>
              <a:spcPct val="0"/>
            </a:spcBef>
            <a:spcAft>
              <a:spcPct val="15000"/>
            </a:spcAft>
            <a:buChar char="•"/>
          </a:pPr>
          <a:r>
            <a:rPr lang="en-US" sz="1000" b="1" kern="1200"/>
            <a:t>GBM (Gradient Boosting Machine):</a:t>
          </a:r>
          <a:endParaRPr lang="en-US" sz="1000" kern="1200"/>
        </a:p>
      </dsp:txBody>
      <dsp:txXfrm>
        <a:off x="0" y="2257384"/>
        <a:ext cx="6666833" cy="756000"/>
      </dsp:txXfrm>
    </dsp:sp>
    <dsp:sp modelId="{9502630A-ED65-4025-B176-C702ABED9812}">
      <dsp:nvSpPr>
        <dsp:cNvPr id="0" name=""/>
        <dsp:cNvSpPr/>
      </dsp:nvSpPr>
      <dsp:spPr>
        <a:xfrm>
          <a:off x="333341" y="2109784"/>
          <a:ext cx="4666783" cy="29520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Versatility in Handling Data:</a:t>
          </a:r>
          <a:endParaRPr lang="en-US" sz="1000" kern="1200"/>
        </a:p>
      </dsp:txBody>
      <dsp:txXfrm>
        <a:off x="347751" y="2124194"/>
        <a:ext cx="4637963" cy="266380"/>
      </dsp:txXfrm>
    </dsp:sp>
    <dsp:sp modelId="{BF8A9E5E-31C5-4426-A153-7939C8C0FFAA}">
      <dsp:nvSpPr>
        <dsp:cNvPr id="0" name=""/>
        <dsp:cNvSpPr/>
      </dsp:nvSpPr>
      <dsp:spPr>
        <a:xfrm>
          <a:off x="0" y="3214985"/>
          <a:ext cx="6666833" cy="582750"/>
        </a:xfrm>
        <a:prstGeom prst="rect">
          <a:avLst/>
        </a:prstGeom>
        <a:solidFill>
          <a:schemeClr val="lt1">
            <a:alpha val="90000"/>
            <a:hueOff val="0"/>
            <a:satOff val="0"/>
            <a:lumOff val="0"/>
            <a:alphaOff val="0"/>
          </a:schemeClr>
        </a:solidFill>
        <a:ln w="6350" cap="flat" cmpd="sng" algn="ctr">
          <a:solidFill>
            <a:schemeClr val="accent2">
              <a:hueOff val="-970242"/>
              <a:satOff val="-55952"/>
              <a:lumOff val="57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Achieved an RMSE of 0.4399, indicating robust predictive performance.</a:t>
          </a:r>
        </a:p>
        <a:p>
          <a:pPr marL="57150" lvl="1" indent="-57150" algn="l" defTabSz="444500">
            <a:lnSpc>
              <a:spcPct val="90000"/>
            </a:lnSpc>
            <a:spcBef>
              <a:spcPct val="0"/>
            </a:spcBef>
            <a:spcAft>
              <a:spcPct val="15000"/>
            </a:spcAft>
            <a:buChar char="•"/>
          </a:pPr>
          <a:r>
            <a:rPr lang="en-US" sz="1000" kern="1200"/>
            <a:t>Sequentially builds decision trees, correcting errors from previous models.</a:t>
          </a:r>
        </a:p>
      </dsp:txBody>
      <dsp:txXfrm>
        <a:off x="0" y="3214985"/>
        <a:ext cx="6666833" cy="582750"/>
      </dsp:txXfrm>
    </dsp:sp>
    <dsp:sp modelId="{BA87A5FF-AACB-4D62-ADE3-0B0F0ED119CC}">
      <dsp:nvSpPr>
        <dsp:cNvPr id="0" name=""/>
        <dsp:cNvSpPr/>
      </dsp:nvSpPr>
      <dsp:spPr>
        <a:xfrm>
          <a:off x="333341" y="3067384"/>
          <a:ext cx="4666783" cy="29520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Performance Metric - RMSE:</a:t>
          </a:r>
          <a:endParaRPr lang="en-US" sz="1000" kern="1200"/>
        </a:p>
      </dsp:txBody>
      <dsp:txXfrm>
        <a:off x="347751" y="3081794"/>
        <a:ext cx="4637963" cy="266380"/>
      </dsp:txXfrm>
    </dsp:sp>
    <dsp:sp modelId="{9ABA0FBC-CCFD-461A-B55B-6232CE14401D}">
      <dsp:nvSpPr>
        <dsp:cNvPr id="0" name=""/>
        <dsp:cNvSpPr/>
      </dsp:nvSpPr>
      <dsp:spPr>
        <a:xfrm>
          <a:off x="0" y="3999335"/>
          <a:ext cx="6666833" cy="582750"/>
        </a:xfrm>
        <a:prstGeom prst="rect">
          <a:avLst/>
        </a:prstGeom>
        <a:solidFill>
          <a:schemeClr val="lt1">
            <a:alpha val="90000"/>
            <a:hueOff val="0"/>
            <a:satOff val="0"/>
            <a:lumOff val="0"/>
            <a:alphaOff val="0"/>
          </a:schemeClr>
        </a:solidFill>
        <a:ln w="6350" cap="flat" cmpd="sng" algn="ctr">
          <a:solidFill>
            <a:schemeClr val="accent2">
              <a:hueOff val="-1212803"/>
              <a:satOff val="-69940"/>
              <a:lumOff val="719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Similar to Random Forest, GBM is an ensemble learning method.</a:t>
          </a:r>
        </a:p>
        <a:p>
          <a:pPr marL="57150" lvl="1" indent="-57150" algn="l" defTabSz="444500">
            <a:lnSpc>
              <a:spcPct val="90000"/>
            </a:lnSpc>
            <a:spcBef>
              <a:spcPct val="0"/>
            </a:spcBef>
            <a:spcAft>
              <a:spcPct val="15000"/>
            </a:spcAft>
            <a:buChar char="•"/>
          </a:pPr>
          <a:r>
            <a:rPr lang="en-US" sz="1000" kern="1200"/>
            <a:t>Excels in capturing intricate relationships and patterns within agricultural data.</a:t>
          </a:r>
        </a:p>
      </dsp:txBody>
      <dsp:txXfrm>
        <a:off x="0" y="3999335"/>
        <a:ext cx="6666833" cy="582750"/>
      </dsp:txXfrm>
    </dsp:sp>
    <dsp:sp modelId="{8A92E1E3-91CB-4824-B964-483E069C8780}">
      <dsp:nvSpPr>
        <dsp:cNvPr id="0" name=""/>
        <dsp:cNvSpPr/>
      </dsp:nvSpPr>
      <dsp:spPr>
        <a:xfrm>
          <a:off x="333341" y="3851735"/>
          <a:ext cx="4666783" cy="295200"/>
        </a:xfrm>
        <a:prstGeom prst="roundRect">
          <a:avLst/>
        </a:prstGeom>
        <a:gradFill rotWithShape="0">
          <a:gsLst>
            <a:gs pos="0">
              <a:schemeClr val="accent2">
                <a:hueOff val="-1212803"/>
                <a:satOff val="-69940"/>
                <a:lumOff val="7190"/>
                <a:alphaOff val="0"/>
                <a:satMod val="103000"/>
                <a:lumMod val="102000"/>
                <a:tint val="94000"/>
              </a:schemeClr>
            </a:gs>
            <a:gs pos="50000">
              <a:schemeClr val="accent2">
                <a:hueOff val="-1212803"/>
                <a:satOff val="-69940"/>
                <a:lumOff val="7190"/>
                <a:alphaOff val="0"/>
                <a:satMod val="110000"/>
                <a:lumMod val="100000"/>
                <a:shade val="100000"/>
              </a:schemeClr>
            </a:gs>
            <a:gs pos="100000">
              <a:schemeClr val="accent2">
                <a:hueOff val="-1212803"/>
                <a:satOff val="-69940"/>
                <a:lumOff val="71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Ensemble Learning Method:</a:t>
          </a:r>
          <a:endParaRPr lang="en-US" sz="1000" kern="1200"/>
        </a:p>
      </dsp:txBody>
      <dsp:txXfrm>
        <a:off x="347751" y="3866145"/>
        <a:ext cx="4637963" cy="266380"/>
      </dsp:txXfrm>
    </dsp:sp>
    <dsp:sp modelId="{ACCC645E-4B44-472E-8211-F96824A3D27E}">
      <dsp:nvSpPr>
        <dsp:cNvPr id="0" name=""/>
        <dsp:cNvSpPr/>
      </dsp:nvSpPr>
      <dsp:spPr>
        <a:xfrm>
          <a:off x="0" y="4783685"/>
          <a:ext cx="6666833" cy="58275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08280" rIns="5174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a:t>Lower RMSE suggests proficiency in handling complex nonlinearities.</a:t>
          </a:r>
        </a:p>
        <a:p>
          <a:pPr marL="57150" lvl="1" indent="-57150" algn="l" defTabSz="444500">
            <a:lnSpc>
              <a:spcPct val="90000"/>
            </a:lnSpc>
            <a:spcBef>
              <a:spcPct val="0"/>
            </a:spcBef>
            <a:spcAft>
              <a:spcPct val="15000"/>
            </a:spcAft>
            <a:buChar char="•"/>
          </a:pPr>
          <a:r>
            <a:rPr lang="en-US" sz="1000" kern="1200"/>
            <a:t>GBM's effectiveness in crop yield prediction is attributed to its corrective learning approach.</a:t>
          </a:r>
        </a:p>
      </dsp:txBody>
      <dsp:txXfrm>
        <a:off x="0" y="4783685"/>
        <a:ext cx="6666833" cy="582750"/>
      </dsp:txXfrm>
    </dsp:sp>
    <dsp:sp modelId="{32ED10B5-BDD6-4D71-A3BF-71B0EE111019}">
      <dsp:nvSpPr>
        <dsp:cNvPr id="0" name=""/>
        <dsp:cNvSpPr/>
      </dsp:nvSpPr>
      <dsp:spPr>
        <a:xfrm>
          <a:off x="333341" y="4636085"/>
          <a:ext cx="4666783" cy="29520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444500">
            <a:lnSpc>
              <a:spcPct val="90000"/>
            </a:lnSpc>
            <a:spcBef>
              <a:spcPct val="0"/>
            </a:spcBef>
            <a:spcAft>
              <a:spcPct val="35000"/>
            </a:spcAft>
            <a:buNone/>
          </a:pPr>
          <a:r>
            <a:rPr lang="en-US" sz="1000" b="1" kern="1200"/>
            <a:t>Handling Complex Nonlinearities:</a:t>
          </a:r>
          <a:endParaRPr lang="en-US" sz="1000" kern="1200"/>
        </a:p>
      </dsp:txBody>
      <dsp:txXfrm>
        <a:off x="347751" y="4650495"/>
        <a:ext cx="4637963" cy="2663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4BA90-C153-4D09-B550-C2D92551BBB6}">
      <dsp:nvSpPr>
        <dsp:cNvPr id="0" name=""/>
        <dsp:cNvSpPr/>
      </dsp:nvSpPr>
      <dsp:spPr>
        <a:xfrm>
          <a:off x="0" y="307399"/>
          <a:ext cx="6666833" cy="4032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9EBBB8A-7F6F-43FD-9253-C0CC38EE4B49}">
      <dsp:nvSpPr>
        <dsp:cNvPr id="0" name=""/>
        <dsp:cNvSpPr/>
      </dsp:nvSpPr>
      <dsp:spPr>
        <a:xfrm>
          <a:off x="333341" y="71239"/>
          <a:ext cx="4666783" cy="4723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SVM (Support Vector Machines):</a:t>
          </a:r>
          <a:endParaRPr lang="en-US" sz="1600" kern="1200"/>
        </a:p>
      </dsp:txBody>
      <dsp:txXfrm>
        <a:off x="356398" y="94296"/>
        <a:ext cx="4620669" cy="426206"/>
      </dsp:txXfrm>
    </dsp:sp>
    <dsp:sp modelId="{307BD436-4367-488D-BDF5-DB002F7686A3}">
      <dsp:nvSpPr>
        <dsp:cNvPr id="0" name=""/>
        <dsp:cNvSpPr/>
      </dsp:nvSpPr>
      <dsp:spPr>
        <a:xfrm>
          <a:off x="0" y="1033159"/>
          <a:ext cx="6666833" cy="932400"/>
        </a:xfrm>
        <a:prstGeom prst="rect">
          <a:avLst/>
        </a:prstGeom>
        <a:solidFill>
          <a:schemeClr val="lt1">
            <a:alpha val="90000"/>
            <a:hueOff val="0"/>
            <a:satOff val="0"/>
            <a:lumOff val="0"/>
            <a:alphaOff val="0"/>
          </a:schemeClr>
        </a:solidFill>
        <a:ln w="6350" cap="flat" cmpd="sng" algn="ctr">
          <a:solidFill>
            <a:schemeClr val="accent2">
              <a:hueOff val="-485121"/>
              <a:satOff val="-27976"/>
              <a:lumOff val="287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Yielded an RMSE of 0.9474, indicating reasonable accuracy.</a:t>
          </a:r>
        </a:p>
        <a:p>
          <a:pPr marL="171450" lvl="1" indent="-171450" algn="l" defTabSz="711200">
            <a:lnSpc>
              <a:spcPct val="90000"/>
            </a:lnSpc>
            <a:spcBef>
              <a:spcPct val="0"/>
            </a:spcBef>
            <a:spcAft>
              <a:spcPct val="15000"/>
            </a:spcAft>
            <a:buChar char="•"/>
          </a:pPr>
          <a:r>
            <a:rPr lang="en-US" sz="1600" kern="1200"/>
            <a:t>Recognized for effectiveness in high-dimensional spaces.</a:t>
          </a:r>
        </a:p>
      </dsp:txBody>
      <dsp:txXfrm>
        <a:off x="0" y="1033159"/>
        <a:ext cx="6666833" cy="932400"/>
      </dsp:txXfrm>
    </dsp:sp>
    <dsp:sp modelId="{8E8919AC-46FA-4C56-83C5-AE23698243E7}">
      <dsp:nvSpPr>
        <dsp:cNvPr id="0" name=""/>
        <dsp:cNvSpPr/>
      </dsp:nvSpPr>
      <dsp:spPr>
        <a:xfrm>
          <a:off x="333341" y="796999"/>
          <a:ext cx="4666783" cy="47232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Performance Metric - RMSE:</a:t>
          </a:r>
          <a:endParaRPr lang="en-US" sz="1600" kern="1200"/>
        </a:p>
      </dsp:txBody>
      <dsp:txXfrm>
        <a:off x="356398" y="820056"/>
        <a:ext cx="4620669" cy="426206"/>
      </dsp:txXfrm>
    </dsp:sp>
    <dsp:sp modelId="{49669B42-EC9A-46C3-BCAC-9589C95B3177}">
      <dsp:nvSpPr>
        <dsp:cNvPr id="0" name=""/>
        <dsp:cNvSpPr/>
      </dsp:nvSpPr>
      <dsp:spPr>
        <a:xfrm>
          <a:off x="0" y="2288119"/>
          <a:ext cx="6666833" cy="1386000"/>
        </a:xfrm>
        <a:prstGeom prst="rect">
          <a:avLst/>
        </a:prstGeom>
        <a:solidFill>
          <a:schemeClr val="lt1">
            <a:alpha val="90000"/>
            <a:hueOff val="0"/>
            <a:satOff val="0"/>
            <a:lumOff val="0"/>
            <a:alphaOff val="0"/>
          </a:schemeClr>
        </a:solidFill>
        <a:ln w="6350" cap="flat" cmpd="sng" algn="ctr">
          <a:solidFill>
            <a:schemeClr val="accent2">
              <a:hueOff val="-970242"/>
              <a:satOff val="-55952"/>
              <a:lumOff val="57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Adept at handling intricate relationships within agricultural datasets.</a:t>
          </a:r>
        </a:p>
        <a:p>
          <a:pPr marL="171450" lvl="1" indent="-171450" algn="l" defTabSz="711200">
            <a:lnSpc>
              <a:spcPct val="90000"/>
            </a:lnSpc>
            <a:spcBef>
              <a:spcPct val="0"/>
            </a:spcBef>
            <a:spcAft>
              <a:spcPct val="15000"/>
            </a:spcAft>
            <a:buChar char="•"/>
          </a:pPr>
          <a:r>
            <a:rPr lang="en-US" sz="1600" kern="1200"/>
            <a:t>Suitable for scenarios with numerous dimensions influencing agricultural variables.</a:t>
          </a:r>
        </a:p>
      </dsp:txBody>
      <dsp:txXfrm>
        <a:off x="0" y="2288119"/>
        <a:ext cx="6666833" cy="1386000"/>
      </dsp:txXfrm>
    </dsp:sp>
    <dsp:sp modelId="{EB562C2B-082B-483B-97D4-1B99CD6E26EC}">
      <dsp:nvSpPr>
        <dsp:cNvPr id="0" name=""/>
        <dsp:cNvSpPr/>
      </dsp:nvSpPr>
      <dsp:spPr>
        <a:xfrm>
          <a:off x="333341" y="2051959"/>
          <a:ext cx="4666783" cy="47232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Intricate Relationship Handling:</a:t>
          </a:r>
          <a:endParaRPr lang="en-US" sz="1600" kern="1200"/>
        </a:p>
      </dsp:txBody>
      <dsp:txXfrm>
        <a:off x="356398" y="2075016"/>
        <a:ext cx="4620669" cy="426206"/>
      </dsp:txXfrm>
    </dsp:sp>
    <dsp:sp modelId="{D25573DE-63AC-46A1-9F4B-AA74079BEDE2}">
      <dsp:nvSpPr>
        <dsp:cNvPr id="0" name=""/>
        <dsp:cNvSpPr/>
      </dsp:nvSpPr>
      <dsp:spPr>
        <a:xfrm>
          <a:off x="0" y="3996680"/>
          <a:ext cx="6666833" cy="13860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While RMSE is higher than ensemble models, SVM demonstrates resilience to overfitting.</a:t>
          </a:r>
        </a:p>
        <a:p>
          <a:pPr marL="171450" lvl="1" indent="-171450" algn="l" defTabSz="711200">
            <a:lnSpc>
              <a:spcPct val="90000"/>
            </a:lnSpc>
            <a:spcBef>
              <a:spcPct val="0"/>
            </a:spcBef>
            <a:spcAft>
              <a:spcPct val="15000"/>
            </a:spcAft>
            <a:buChar char="•"/>
          </a:pPr>
          <a:r>
            <a:rPr lang="en-US" sz="1600" kern="1200"/>
            <a:t>SVM's effectiveness lies in capturing complex relationships in agriculture.</a:t>
          </a:r>
        </a:p>
      </dsp:txBody>
      <dsp:txXfrm>
        <a:off x="0" y="3996680"/>
        <a:ext cx="6666833" cy="1386000"/>
      </dsp:txXfrm>
    </dsp:sp>
    <dsp:sp modelId="{6B1D9B85-76BB-4BCE-914F-94F2B11C498A}">
      <dsp:nvSpPr>
        <dsp:cNvPr id="0" name=""/>
        <dsp:cNvSpPr/>
      </dsp:nvSpPr>
      <dsp:spPr>
        <a:xfrm>
          <a:off x="333341" y="3760520"/>
          <a:ext cx="4666783" cy="47232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t>Resilience to Overfitting:</a:t>
          </a:r>
          <a:endParaRPr lang="en-US" sz="1600" kern="1200"/>
        </a:p>
      </dsp:txBody>
      <dsp:txXfrm>
        <a:off x="356398" y="3783577"/>
        <a:ext cx="4620669" cy="4262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108CB0-0FDD-4456-82C5-4E0ECF7CE993}">
      <dsp:nvSpPr>
        <dsp:cNvPr id="0" name=""/>
        <dsp:cNvSpPr/>
      </dsp:nvSpPr>
      <dsp:spPr>
        <a:xfrm>
          <a:off x="0" y="327991"/>
          <a:ext cx="6263640"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D50A76-2FC8-4493-9382-A25930C86865}">
      <dsp:nvSpPr>
        <dsp:cNvPr id="0" name=""/>
        <dsp:cNvSpPr/>
      </dsp:nvSpPr>
      <dsp:spPr>
        <a:xfrm>
          <a:off x="313182" y="47551"/>
          <a:ext cx="4384548"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44550">
            <a:lnSpc>
              <a:spcPct val="90000"/>
            </a:lnSpc>
            <a:spcBef>
              <a:spcPct val="0"/>
            </a:spcBef>
            <a:spcAft>
              <a:spcPct val="35000"/>
            </a:spcAft>
            <a:buNone/>
          </a:pPr>
          <a:r>
            <a:rPr lang="en-US" sz="1900" b="1" kern="1200"/>
            <a:t>Decision Tree:</a:t>
          </a:r>
          <a:endParaRPr lang="en-US" sz="1900" b="0" kern="1200">
            <a:latin typeface="Calibri Light" panose="020F0302020204030204"/>
          </a:endParaRPr>
        </a:p>
      </dsp:txBody>
      <dsp:txXfrm>
        <a:off x="340562" y="74931"/>
        <a:ext cx="4329788" cy="506120"/>
      </dsp:txXfrm>
    </dsp:sp>
    <dsp:sp modelId="{E5DD6AA6-E737-4375-8249-2E8178726107}">
      <dsp:nvSpPr>
        <dsp:cNvPr id="0" name=""/>
        <dsp:cNvSpPr/>
      </dsp:nvSpPr>
      <dsp:spPr>
        <a:xfrm>
          <a:off x="0" y="1189831"/>
          <a:ext cx="6263640" cy="13765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395732" rIns="486128"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Demonstrated a low RMSE of 0.2114.</a:t>
          </a:r>
        </a:p>
        <a:p>
          <a:pPr marL="171450" lvl="1" indent="-171450" algn="l" defTabSz="844550">
            <a:lnSpc>
              <a:spcPct val="90000"/>
            </a:lnSpc>
            <a:spcBef>
              <a:spcPct val="0"/>
            </a:spcBef>
            <a:spcAft>
              <a:spcPct val="15000"/>
            </a:spcAft>
            <a:buChar char="•"/>
          </a:pPr>
          <a:r>
            <a:rPr lang="en-US" sz="1900" kern="1200"/>
            <a:t>Known for interpretability, making it suitable for understanding variable</a:t>
          </a:r>
          <a:r>
            <a:rPr lang="en-US" sz="1900" b="0" kern="1200"/>
            <a:t> </a:t>
          </a:r>
          <a:r>
            <a:rPr lang="en-US" sz="1900" kern="1200"/>
            <a:t>importance.</a:t>
          </a:r>
        </a:p>
      </dsp:txBody>
      <dsp:txXfrm>
        <a:off x="0" y="1189831"/>
        <a:ext cx="6263640" cy="1376550"/>
      </dsp:txXfrm>
    </dsp:sp>
    <dsp:sp modelId="{0E5AF2C2-385E-4904-A3DF-EE9ED36F1203}">
      <dsp:nvSpPr>
        <dsp:cNvPr id="0" name=""/>
        <dsp:cNvSpPr/>
      </dsp:nvSpPr>
      <dsp:spPr>
        <a:xfrm>
          <a:off x="313182" y="909391"/>
          <a:ext cx="4384548"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44550">
            <a:lnSpc>
              <a:spcPct val="90000"/>
            </a:lnSpc>
            <a:spcBef>
              <a:spcPct val="0"/>
            </a:spcBef>
            <a:spcAft>
              <a:spcPct val="35000"/>
            </a:spcAft>
            <a:buNone/>
          </a:pPr>
          <a:r>
            <a:rPr lang="en-US" sz="1900" b="1" kern="1200"/>
            <a:t>Performance Metric - RMSE:</a:t>
          </a:r>
          <a:endParaRPr lang="en-US" sz="1900" kern="1200"/>
        </a:p>
      </dsp:txBody>
      <dsp:txXfrm>
        <a:off x="340562" y="936771"/>
        <a:ext cx="4329788" cy="506120"/>
      </dsp:txXfrm>
    </dsp:sp>
    <dsp:sp modelId="{6200AE06-7B19-4748-A890-F72FC627E445}">
      <dsp:nvSpPr>
        <dsp:cNvPr id="0" name=""/>
        <dsp:cNvSpPr/>
      </dsp:nvSpPr>
      <dsp:spPr>
        <a:xfrm>
          <a:off x="0" y="2949421"/>
          <a:ext cx="6263640" cy="1645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395732" rIns="486128"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Operates by recursively partitioning data based on features.</a:t>
          </a:r>
        </a:p>
        <a:p>
          <a:pPr marL="171450" lvl="1" indent="-171450" algn="l" defTabSz="844550">
            <a:lnSpc>
              <a:spcPct val="90000"/>
            </a:lnSpc>
            <a:spcBef>
              <a:spcPct val="0"/>
            </a:spcBef>
            <a:spcAft>
              <a:spcPct val="15000"/>
            </a:spcAft>
            <a:buChar char="•"/>
          </a:pPr>
          <a:r>
            <a:rPr lang="en-US" sz="1900" kern="1200"/>
            <a:t>Provides valuable insights into factors influencing crop yields.</a:t>
          </a:r>
        </a:p>
      </dsp:txBody>
      <dsp:txXfrm>
        <a:off x="0" y="2949421"/>
        <a:ext cx="6263640" cy="1645875"/>
      </dsp:txXfrm>
    </dsp:sp>
    <dsp:sp modelId="{600E7873-9BE6-4F92-ABC0-1D27E4A9EAEB}">
      <dsp:nvSpPr>
        <dsp:cNvPr id="0" name=""/>
        <dsp:cNvSpPr/>
      </dsp:nvSpPr>
      <dsp:spPr>
        <a:xfrm>
          <a:off x="313182" y="2668981"/>
          <a:ext cx="4384548"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44550">
            <a:lnSpc>
              <a:spcPct val="90000"/>
            </a:lnSpc>
            <a:spcBef>
              <a:spcPct val="0"/>
            </a:spcBef>
            <a:spcAft>
              <a:spcPct val="35000"/>
            </a:spcAft>
            <a:buNone/>
          </a:pPr>
          <a:r>
            <a:rPr lang="en-US" sz="1900" b="1" kern="1200"/>
            <a:t>Interpretability and Insights:</a:t>
          </a:r>
          <a:endParaRPr lang="en-US" sz="1900" kern="1200"/>
        </a:p>
      </dsp:txBody>
      <dsp:txXfrm>
        <a:off x="340562" y="2696361"/>
        <a:ext cx="4329788" cy="506120"/>
      </dsp:txXfrm>
    </dsp:sp>
    <dsp:sp modelId="{EDEC928B-E3E0-4020-8469-28B7DDEC62DA}">
      <dsp:nvSpPr>
        <dsp:cNvPr id="0" name=""/>
        <dsp:cNvSpPr/>
      </dsp:nvSpPr>
      <dsp:spPr>
        <a:xfrm>
          <a:off x="0" y="4978336"/>
          <a:ext cx="6263640"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7372CC-6BC4-4181-BA7A-BDC01F05CE08}">
      <dsp:nvSpPr>
        <dsp:cNvPr id="0" name=""/>
        <dsp:cNvSpPr/>
      </dsp:nvSpPr>
      <dsp:spPr>
        <a:xfrm>
          <a:off x="313182" y="4697896"/>
          <a:ext cx="4384548"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44550">
            <a:lnSpc>
              <a:spcPct val="90000"/>
            </a:lnSpc>
            <a:spcBef>
              <a:spcPct val="0"/>
            </a:spcBef>
            <a:spcAft>
              <a:spcPct val="35000"/>
            </a:spcAft>
            <a:buNone/>
          </a:pPr>
          <a:endParaRPr lang="en-US" sz="1900" b="1" kern="1200" dirty="0"/>
        </a:p>
      </dsp:txBody>
      <dsp:txXfrm>
        <a:off x="340562" y="4725276"/>
        <a:ext cx="4329788" cy="5061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12D3C-D091-442F-BA06-F2C0C7593AB3}">
      <dsp:nvSpPr>
        <dsp:cNvPr id="0" name=""/>
        <dsp:cNvSpPr/>
      </dsp:nvSpPr>
      <dsp:spPr>
        <a:xfrm>
          <a:off x="0" y="4683023"/>
          <a:ext cx="1666708" cy="76828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536" tIns="92456" rIns="118536" bIns="92456" numCol="1" spcCol="1270" anchor="ctr" anchorCtr="0">
          <a:noAutofit/>
        </a:bodyPr>
        <a:lstStyle/>
        <a:p>
          <a:pPr marL="0" lvl="0" indent="0" algn="ctr" defTabSz="577850">
            <a:lnSpc>
              <a:spcPct val="90000"/>
            </a:lnSpc>
            <a:spcBef>
              <a:spcPct val="0"/>
            </a:spcBef>
            <a:spcAft>
              <a:spcPct val="35000"/>
            </a:spcAft>
            <a:buNone/>
          </a:pPr>
          <a:r>
            <a:rPr lang="en-US" sz="1300" b="1" kern="1200"/>
            <a:t>Role of Evaluation Metrics:</a:t>
          </a:r>
          <a:endParaRPr lang="en-US" sz="1300" kern="1200"/>
        </a:p>
      </dsp:txBody>
      <dsp:txXfrm>
        <a:off x="0" y="4683023"/>
        <a:ext cx="1666708" cy="768289"/>
      </dsp:txXfrm>
    </dsp:sp>
    <dsp:sp modelId="{B342B831-AFC7-4A7F-B70C-38C584519747}">
      <dsp:nvSpPr>
        <dsp:cNvPr id="0" name=""/>
        <dsp:cNvSpPr/>
      </dsp:nvSpPr>
      <dsp:spPr>
        <a:xfrm>
          <a:off x="1666708" y="4683023"/>
          <a:ext cx="5000124" cy="768289"/>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426" tIns="165100" rIns="101426" bIns="165100" numCol="1" spcCol="1270" anchor="ctr" anchorCtr="0">
          <a:noAutofit/>
        </a:bodyPr>
        <a:lstStyle/>
        <a:p>
          <a:pPr marL="0" lvl="0" indent="0" algn="l" defTabSz="577850">
            <a:lnSpc>
              <a:spcPct val="90000"/>
            </a:lnSpc>
            <a:spcBef>
              <a:spcPct val="0"/>
            </a:spcBef>
            <a:spcAft>
              <a:spcPct val="35000"/>
            </a:spcAft>
            <a:buNone/>
          </a:pPr>
          <a:r>
            <a:rPr lang="en-US" sz="1300" kern="1200"/>
            <a:t>Crucial in guiding model selection and optimization for precise and reliable crop yield predictions in data-driven agriculture.</a:t>
          </a:r>
        </a:p>
      </dsp:txBody>
      <dsp:txXfrm>
        <a:off x="1666708" y="4683023"/>
        <a:ext cx="5000124" cy="768289"/>
      </dsp:txXfrm>
    </dsp:sp>
    <dsp:sp modelId="{F972C6A1-A9E6-4945-BF82-321FB529BE98}">
      <dsp:nvSpPr>
        <dsp:cNvPr id="0" name=""/>
        <dsp:cNvSpPr/>
      </dsp:nvSpPr>
      <dsp:spPr>
        <a:xfrm rot="10800000">
          <a:off x="0" y="3512919"/>
          <a:ext cx="1666708" cy="1181628"/>
        </a:xfrm>
        <a:prstGeom prst="upArrowCallout">
          <a:avLst>
            <a:gd name="adj1" fmla="val 5000"/>
            <a:gd name="adj2" fmla="val 10000"/>
            <a:gd name="adj3" fmla="val 15000"/>
            <a:gd name="adj4" fmla="val 64977"/>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536" tIns="92456" rIns="118536" bIns="92456" numCol="1" spcCol="1270" anchor="ctr" anchorCtr="0">
          <a:noAutofit/>
        </a:bodyPr>
        <a:lstStyle/>
        <a:p>
          <a:pPr marL="0" lvl="0" indent="0" algn="ctr" defTabSz="577850">
            <a:lnSpc>
              <a:spcPct val="90000"/>
            </a:lnSpc>
            <a:spcBef>
              <a:spcPct val="0"/>
            </a:spcBef>
            <a:spcAft>
              <a:spcPct val="35000"/>
            </a:spcAft>
            <a:buNone/>
          </a:pPr>
          <a:r>
            <a:rPr lang="en-US" sz="1300" b="1" kern="1200"/>
            <a:t>SVM and Decision Tree:</a:t>
          </a:r>
          <a:endParaRPr lang="en-US" sz="1300" kern="1200"/>
        </a:p>
      </dsp:txBody>
      <dsp:txXfrm rot="-10800000">
        <a:off x="0" y="3512919"/>
        <a:ext cx="1666708" cy="768058"/>
      </dsp:txXfrm>
    </dsp:sp>
    <dsp:sp modelId="{4FCAEC7C-98C6-4768-B1D0-165A1C408FA7}">
      <dsp:nvSpPr>
        <dsp:cNvPr id="0" name=""/>
        <dsp:cNvSpPr/>
      </dsp:nvSpPr>
      <dsp:spPr>
        <a:xfrm>
          <a:off x="1666708" y="3512919"/>
          <a:ext cx="5000124" cy="768058"/>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426" tIns="165100" rIns="101426" bIns="165100" numCol="1" spcCol="1270" anchor="ctr" anchorCtr="0">
          <a:noAutofit/>
        </a:bodyPr>
        <a:lstStyle/>
        <a:p>
          <a:pPr marL="0" lvl="0" indent="0" algn="l" defTabSz="577850">
            <a:lnSpc>
              <a:spcPct val="90000"/>
            </a:lnSpc>
            <a:spcBef>
              <a:spcPct val="0"/>
            </a:spcBef>
            <a:spcAft>
              <a:spcPct val="35000"/>
            </a:spcAft>
            <a:buNone/>
          </a:pPr>
          <a:r>
            <a:rPr lang="en-US" sz="1300" kern="1200"/>
            <a:t>Perform well, leveraging strengths in high-dimensional spaces and interpretability.</a:t>
          </a:r>
        </a:p>
      </dsp:txBody>
      <dsp:txXfrm>
        <a:off x="1666708" y="3512919"/>
        <a:ext cx="5000124" cy="768058"/>
      </dsp:txXfrm>
    </dsp:sp>
    <dsp:sp modelId="{F9EF4511-3E19-4EC7-8B27-1159FFFAF69A}">
      <dsp:nvSpPr>
        <dsp:cNvPr id="0" name=""/>
        <dsp:cNvSpPr/>
      </dsp:nvSpPr>
      <dsp:spPr>
        <a:xfrm rot="10800000">
          <a:off x="0" y="2342815"/>
          <a:ext cx="1666708" cy="1181628"/>
        </a:xfrm>
        <a:prstGeom prst="upArrowCallout">
          <a:avLst>
            <a:gd name="adj1" fmla="val 5000"/>
            <a:gd name="adj2" fmla="val 10000"/>
            <a:gd name="adj3" fmla="val 15000"/>
            <a:gd name="adj4" fmla="val 64977"/>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536" tIns="92456" rIns="118536" bIns="92456" numCol="1" spcCol="1270" anchor="ctr" anchorCtr="0">
          <a:noAutofit/>
        </a:bodyPr>
        <a:lstStyle/>
        <a:p>
          <a:pPr marL="0" lvl="0" indent="0" algn="ctr" defTabSz="577850">
            <a:lnSpc>
              <a:spcPct val="90000"/>
            </a:lnSpc>
            <a:spcBef>
              <a:spcPct val="0"/>
            </a:spcBef>
            <a:spcAft>
              <a:spcPct val="35000"/>
            </a:spcAft>
            <a:buNone/>
          </a:pPr>
          <a:r>
            <a:rPr lang="en-US" sz="1300" b="1" kern="1200"/>
            <a:t>LSTM and CNN:</a:t>
          </a:r>
          <a:endParaRPr lang="en-US" sz="1300" kern="1200"/>
        </a:p>
      </dsp:txBody>
      <dsp:txXfrm rot="-10800000">
        <a:off x="0" y="2342815"/>
        <a:ext cx="1666708" cy="768058"/>
      </dsp:txXfrm>
    </dsp:sp>
    <dsp:sp modelId="{69C7CD99-22F0-4881-8E96-93858336055D}">
      <dsp:nvSpPr>
        <dsp:cNvPr id="0" name=""/>
        <dsp:cNvSpPr/>
      </dsp:nvSpPr>
      <dsp:spPr>
        <a:xfrm>
          <a:off x="1666708" y="2342815"/>
          <a:ext cx="5000124" cy="768058"/>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426" tIns="165100" rIns="101426" bIns="165100" numCol="1" spcCol="1270" anchor="ctr" anchorCtr="0">
          <a:noAutofit/>
        </a:bodyPr>
        <a:lstStyle/>
        <a:p>
          <a:pPr marL="0" lvl="0" indent="0" algn="l" defTabSz="577850">
            <a:lnSpc>
              <a:spcPct val="90000"/>
            </a:lnSpc>
            <a:spcBef>
              <a:spcPct val="0"/>
            </a:spcBef>
            <a:spcAft>
              <a:spcPct val="35000"/>
            </a:spcAft>
            <a:buNone/>
          </a:pPr>
          <a:r>
            <a:rPr lang="en-US" sz="1300" kern="1200"/>
            <a:t>Demonstrate effectiveness in handling sequential and spatial data, respectively.</a:t>
          </a:r>
        </a:p>
      </dsp:txBody>
      <dsp:txXfrm>
        <a:off x="1666708" y="2342815"/>
        <a:ext cx="5000124" cy="768058"/>
      </dsp:txXfrm>
    </dsp:sp>
    <dsp:sp modelId="{A526F79B-FEE1-484A-B226-46E3121CB709}">
      <dsp:nvSpPr>
        <dsp:cNvPr id="0" name=""/>
        <dsp:cNvSpPr/>
      </dsp:nvSpPr>
      <dsp:spPr>
        <a:xfrm rot="10800000">
          <a:off x="0" y="1172711"/>
          <a:ext cx="1666708" cy="1181628"/>
        </a:xfrm>
        <a:prstGeom prst="upArrowCallout">
          <a:avLst>
            <a:gd name="adj1" fmla="val 5000"/>
            <a:gd name="adj2" fmla="val 10000"/>
            <a:gd name="adj3" fmla="val 15000"/>
            <a:gd name="adj4" fmla="val 64977"/>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536" tIns="92456" rIns="118536" bIns="92456" numCol="1" spcCol="1270" anchor="ctr" anchorCtr="0">
          <a:noAutofit/>
        </a:bodyPr>
        <a:lstStyle/>
        <a:p>
          <a:pPr marL="0" lvl="0" indent="0" algn="ctr" defTabSz="577850">
            <a:lnSpc>
              <a:spcPct val="90000"/>
            </a:lnSpc>
            <a:spcBef>
              <a:spcPct val="0"/>
            </a:spcBef>
            <a:spcAft>
              <a:spcPct val="35000"/>
            </a:spcAft>
            <a:buNone/>
          </a:pPr>
          <a:r>
            <a:rPr lang="en-US" sz="1300" b="1" kern="1200"/>
            <a:t>Ensemble Models (Random Forest, GBM):</a:t>
          </a:r>
          <a:endParaRPr lang="en-US" sz="1300" kern="1200"/>
        </a:p>
      </dsp:txBody>
      <dsp:txXfrm rot="-10800000">
        <a:off x="0" y="1172711"/>
        <a:ext cx="1666708" cy="768058"/>
      </dsp:txXfrm>
    </dsp:sp>
    <dsp:sp modelId="{974D6617-BB9B-47DA-A2F8-7C422333042A}">
      <dsp:nvSpPr>
        <dsp:cNvPr id="0" name=""/>
        <dsp:cNvSpPr/>
      </dsp:nvSpPr>
      <dsp:spPr>
        <a:xfrm>
          <a:off x="1666708" y="1172711"/>
          <a:ext cx="5000124" cy="768058"/>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426" tIns="165100" rIns="101426" bIns="165100" numCol="1" spcCol="1270" anchor="ctr" anchorCtr="0">
          <a:noAutofit/>
        </a:bodyPr>
        <a:lstStyle/>
        <a:p>
          <a:pPr marL="0" lvl="0" indent="0" algn="l" defTabSz="577850">
            <a:lnSpc>
              <a:spcPct val="90000"/>
            </a:lnSpc>
            <a:spcBef>
              <a:spcPct val="0"/>
            </a:spcBef>
            <a:spcAft>
              <a:spcPct val="35000"/>
            </a:spcAft>
            <a:buNone/>
          </a:pPr>
          <a:r>
            <a:rPr lang="en-US" sz="1300" kern="1200"/>
            <a:t>Showcase predictive capabilities with solid accuracy.</a:t>
          </a:r>
        </a:p>
      </dsp:txBody>
      <dsp:txXfrm>
        <a:off x="1666708" y="1172711"/>
        <a:ext cx="5000124" cy="768058"/>
      </dsp:txXfrm>
    </dsp:sp>
    <dsp:sp modelId="{89B84DAB-DC6A-4BD2-B8B7-495A59102CAD}">
      <dsp:nvSpPr>
        <dsp:cNvPr id="0" name=""/>
        <dsp:cNvSpPr/>
      </dsp:nvSpPr>
      <dsp:spPr>
        <a:xfrm rot="10800000">
          <a:off x="0" y="2607"/>
          <a:ext cx="1666708" cy="1181628"/>
        </a:xfrm>
        <a:prstGeom prst="upArrowCallout">
          <a:avLst>
            <a:gd name="adj1" fmla="val 5000"/>
            <a:gd name="adj2" fmla="val 10000"/>
            <a:gd name="adj3" fmla="val 15000"/>
            <a:gd name="adj4" fmla="val 64977"/>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8536" tIns="92456" rIns="118536" bIns="92456" numCol="1" spcCol="1270" anchor="ctr" anchorCtr="0">
          <a:noAutofit/>
        </a:bodyPr>
        <a:lstStyle/>
        <a:p>
          <a:pPr marL="0" lvl="0" indent="0" algn="ctr" defTabSz="577850">
            <a:lnSpc>
              <a:spcPct val="90000"/>
            </a:lnSpc>
            <a:spcBef>
              <a:spcPct val="0"/>
            </a:spcBef>
            <a:spcAft>
              <a:spcPct val="35000"/>
            </a:spcAft>
            <a:buNone/>
          </a:pPr>
          <a:r>
            <a:rPr lang="en-US" sz="1300" b="1" kern="1200"/>
            <a:t>Model Selection Criteria:</a:t>
          </a:r>
          <a:endParaRPr lang="en-US" sz="1300" kern="1200"/>
        </a:p>
      </dsp:txBody>
      <dsp:txXfrm rot="-10800000">
        <a:off x="0" y="2607"/>
        <a:ext cx="1666708" cy="768058"/>
      </dsp:txXfrm>
    </dsp:sp>
    <dsp:sp modelId="{16039619-F8FB-43B2-9E76-9066B13663ED}">
      <dsp:nvSpPr>
        <dsp:cNvPr id="0" name=""/>
        <dsp:cNvSpPr/>
      </dsp:nvSpPr>
      <dsp:spPr>
        <a:xfrm>
          <a:off x="1666708" y="2607"/>
          <a:ext cx="5000124" cy="768058"/>
        </a:xfrm>
        <a:prstGeom prst="rect">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426" tIns="165100" rIns="101426" bIns="165100" numCol="1" spcCol="1270" anchor="ctr" anchorCtr="0">
          <a:noAutofit/>
        </a:bodyPr>
        <a:lstStyle/>
        <a:p>
          <a:pPr marL="0" lvl="0" indent="0" algn="l" defTabSz="577850">
            <a:lnSpc>
              <a:spcPct val="90000"/>
            </a:lnSpc>
            <a:spcBef>
              <a:spcPct val="0"/>
            </a:spcBef>
            <a:spcAft>
              <a:spcPct val="35000"/>
            </a:spcAft>
            <a:buNone/>
          </a:pPr>
          <a:r>
            <a:rPr lang="en-US" sz="1300" kern="1200"/>
            <a:t>Model choice depends on dataset characteristics, variable nature, and available computational resources.</a:t>
          </a:r>
        </a:p>
      </dsp:txBody>
      <dsp:txXfrm>
        <a:off x="1666708" y="2607"/>
        <a:ext cx="5000124" cy="76805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386865" y="818984"/>
            <a:ext cx="6596245" cy="3268520"/>
          </a:xfrm>
        </p:spPr>
        <p:txBody>
          <a:bodyPr>
            <a:normAutofit/>
          </a:bodyPr>
          <a:lstStyle/>
          <a:p>
            <a:pPr algn="r"/>
            <a:r>
              <a:rPr lang="en-US" sz="4400" b="1">
                <a:solidFill>
                  <a:srgbClr val="FFFFFF"/>
                </a:solidFill>
                <a:latin typeface="Times New Roman"/>
                <a:cs typeface="Times New Roman"/>
              </a:rPr>
              <a:t>THE STUDY OF CROP YIELD PREDICTION USING VARIOUS MACHINE LEARNING ALGORITHMS</a:t>
            </a:r>
            <a:endParaRPr lang="en-US" sz="4400">
              <a:solidFill>
                <a:srgbClr val="FFFFFF"/>
              </a:solidFill>
            </a:endParaRPr>
          </a:p>
          <a:p>
            <a:pPr algn="r"/>
            <a:endParaRPr lang="en-US" sz="4400">
              <a:solidFill>
                <a:srgbClr val="FFFFFF"/>
              </a:solidFill>
              <a:cs typeface="Calibri Light"/>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31874" y="4797188"/>
            <a:ext cx="6051236" cy="1241828"/>
          </a:xfrm>
        </p:spPr>
        <p:txBody>
          <a:bodyPr vert="horz" lIns="91440" tIns="45720" rIns="91440" bIns="45720" rtlCol="0">
            <a:normAutofit/>
          </a:bodyPr>
          <a:lstStyle/>
          <a:p>
            <a:pPr algn="r"/>
            <a:r>
              <a:rPr lang="en-US">
                <a:solidFill>
                  <a:srgbClr val="FFFFFF"/>
                </a:solidFill>
                <a:cs typeface="Calibri" panose="020F0502020204030204"/>
              </a:rPr>
              <a:t>Akhil Edwin(10636297)</a:t>
            </a:r>
            <a:endParaRPr lang="en-US" dirty="0">
              <a:solidFill>
                <a:srgbClr val="FFFFFF"/>
              </a:solidFill>
              <a:cs typeface="Calibri" panose="020F0502020204030204"/>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4B53A-B1BD-9F71-4BD3-46C319CFF1FF}"/>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cs typeface="Calibri Light"/>
              </a:rPr>
              <a:t>Introduction</a:t>
            </a:r>
            <a:endParaRPr lang="en-US">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223A6E4-E9B7-0643-C6CB-1FF6DC9C5B3E}"/>
              </a:ext>
            </a:extLst>
          </p:cNvPr>
          <p:cNvGraphicFramePr>
            <a:graphicFrameLocks noGrp="1"/>
          </p:cNvGraphicFramePr>
          <p:nvPr>
            <p:ph idx="1"/>
            <p:extLst>
              <p:ext uri="{D42A27DB-BD31-4B8C-83A1-F6EECF244321}">
                <p14:modId xmlns:p14="http://schemas.microsoft.com/office/powerpoint/2010/main" val="571090282"/>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0076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0CD4A6-1EED-9DBD-AFAE-FFED436DA1C5}"/>
              </a:ext>
            </a:extLst>
          </p:cNvPr>
          <p:cNvSpPr>
            <a:spLocks noGrp="1"/>
          </p:cNvSpPr>
          <p:nvPr>
            <p:ph type="title"/>
          </p:nvPr>
        </p:nvSpPr>
        <p:spPr>
          <a:xfrm>
            <a:off x="804672" y="802955"/>
            <a:ext cx="4977976" cy="1454051"/>
          </a:xfrm>
        </p:spPr>
        <p:txBody>
          <a:bodyPr>
            <a:normAutofit/>
          </a:bodyPr>
          <a:lstStyle/>
          <a:p>
            <a:r>
              <a:rPr lang="en-US" sz="3600">
                <a:solidFill>
                  <a:schemeClr val="tx2"/>
                </a:solidFill>
                <a:cs typeface="Calibri Light"/>
              </a:rPr>
              <a:t>Background</a:t>
            </a:r>
            <a:endParaRPr lang="en-US" sz="3600">
              <a:solidFill>
                <a:schemeClr val="tx2"/>
              </a:solidFill>
            </a:endParaRPr>
          </a:p>
        </p:txBody>
      </p:sp>
      <p:sp>
        <p:nvSpPr>
          <p:cNvPr id="3" name="Content Placeholder 2">
            <a:extLst>
              <a:ext uri="{FF2B5EF4-FFF2-40B4-BE49-F238E27FC236}">
                <a16:creationId xmlns:a16="http://schemas.microsoft.com/office/drawing/2014/main" id="{E48F0AC7-8C74-6169-AEC7-4FE4FCA85B61}"/>
              </a:ext>
            </a:extLst>
          </p:cNvPr>
          <p:cNvSpPr>
            <a:spLocks noGrp="1"/>
          </p:cNvSpPr>
          <p:nvPr>
            <p:ph idx="1"/>
          </p:nvPr>
        </p:nvSpPr>
        <p:spPr>
          <a:xfrm>
            <a:off x="804672" y="2421682"/>
            <a:ext cx="4977578" cy="3639289"/>
          </a:xfrm>
        </p:spPr>
        <p:txBody>
          <a:bodyPr vert="horz" lIns="91440" tIns="45720" rIns="91440" bIns="45720" rtlCol="0" anchor="ctr">
            <a:normAutofit/>
          </a:bodyPr>
          <a:lstStyle/>
          <a:p>
            <a:r>
              <a:rPr lang="en-US" sz="1400" dirty="0">
                <a:solidFill>
                  <a:schemeClr val="tx2"/>
                </a:solidFill>
                <a:ea typeface="+mn-lt"/>
                <a:cs typeface="+mn-lt"/>
              </a:rPr>
              <a:t>Crop yield prediction involves aggregating diverse datasets—historical yields, meteorological and soil data, and satellite imagery. </a:t>
            </a:r>
            <a:endParaRPr lang="en-US" sz="1400">
              <a:solidFill>
                <a:schemeClr val="tx2"/>
              </a:solidFill>
              <a:ea typeface="+mn-lt"/>
              <a:cs typeface="+mn-lt"/>
            </a:endParaRPr>
          </a:p>
          <a:p>
            <a:r>
              <a:rPr lang="en-US" sz="1400" dirty="0">
                <a:solidFill>
                  <a:schemeClr val="tx2"/>
                </a:solidFill>
                <a:ea typeface="+mn-lt"/>
                <a:cs typeface="+mn-lt"/>
              </a:rPr>
              <a:t>Rigorous preprocessing addresses missing values and standardizes features. Feature engineering identifies key variables influencing yield. </a:t>
            </a:r>
          </a:p>
          <a:p>
            <a:r>
              <a:rPr lang="en-US" sz="1400" dirty="0">
                <a:solidFill>
                  <a:schemeClr val="tx2"/>
                </a:solidFill>
                <a:ea typeface="+mn-lt"/>
                <a:cs typeface="+mn-lt"/>
              </a:rPr>
              <a:t>Various machine learning algorithms, including regression models and neural networks, are employed for predictive </a:t>
            </a:r>
            <a:r>
              <a:rPr lang="en-US" sz="1400">
                <a:solidFill>
                  <a:schemeClr val="tx2"/>
                </a:solidFill>
                <a:ea typeface="+mn-lt"/>
                <a:cs typeface="+mn-lt"/>
              </a:rPr>
              <a:t>modeling.</a:t>
            </a:r>
          </a:p>
          <a:p>
            <a:r>
              <a:rPr lang="en-US" sz="1400" dirty="0">
                <a:solidFill>
                  <a:schemeClr val="tx2"/>
                </a:solidFill>
                <a:ea typeface="+mn-lt"/>
                <a:cs typeface="+mn-lt"/>
              </a:rPr>
              <a:t> Models are trained on historical data, and their performance is validated for robustness. </a:t>
            </a:r>
            <a:endParaRPr lang="en-US"/>
          </a:p>
          <a:p>
            <a:r>
              <a:rPr lang="en-US" sz="1400" dirty="0">
                <a:solidFill>
                  <a:schemeClr val="tx2"/>
                </a:solidFill>
                <a:ea typeface="+mn-lt"/>
                <a:cs typeface="+mn-lt"/>
              </a:rPr>
              <a:t>The deployment of these models facilitates real-time or seasonal predictions, supporting informed agricultural decisions. </a:t>
            </a:r>
            <a:endParaRPr lang="en-US" sz="1400" dirty="0">
              <a:solidFill>
                <a:schemeClr val="tx2"/>
              </a:solidFill>
              <a:cs typeface="Calibri"/>
            </a:endParaRPr>
          </a:p>
        </p:txBody>
      </p:sp>
      <p:grpSp>
        <p:nvGrpSpPr>
          <p:cNvPr id="31" name="Group 30">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32" name="Freeform: Shape 31">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Graphic 23" descr="Plant">
            <a:extLst>
              <a:ext uri="{FF2B5EF4-FFF2-40B4-BE49-F238E27FC236}">
                <a16:creationId xmlns:a16="http://schemas.microsoft.com/office/drawing/2014/main" id="{826C8423-1C8D-43E7-594E-FA7D39952E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126559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93D3E4-C6F5-8B8B-BF32-01FE7BC8070F}"/>
              </a:ext>
            </a:extLst>
          </p:cNvPr>
          <p:cNvSpPr>
            <a:spLocks noGrp="1"/>
          </p:cNvSpPr>
          <p:nvPr>
            <p:ph type="title"/>
          </p:nvPr>
        </p:nvSpPr>
        <p:spPr>
          <a:xfrm>
            <a:off x="841248" y="256032"/>
            <a:ext cx="10506456" cy="1014984"/>
          </a:xfrm>
        </p:spPr>
        <p:txBody>
          <a:bodyPr anchor="b">
            <a:normAutofit/>
          </a:bodyPr>
          <a:lstStyle/>
          <a:p>
            <a:r>
              <a:rPr lang="en-US" dirty="0">
                <a:cs typeface="Calibri Light"/>
              </a:rPr>
              <a:t>Research problem statement</a:t>
            </a:r>
            <a:endParaRPr lang="en-US" dirty="0"/>
          </a:p>
        </p:txBody>
      </p:sp>
      <p:sp>
        <p:nvSpPr>
          <p:cNvPr id="15" name="Rectangle 1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6" name="Content Placeholder 2">
            <a:extLst>
              <a:ext uri="{FF2B5EF4-FFF2-40B4-BE49-F238E27FC236}">
                <a16:creationId xmlns:a16="http://schemas.microsoft.com/office/drawing/2014/main" id="{B54A916F-DEFA-D6B2-64C6-2D1D3EE73601}"/>
              </a:ext>
            </a:extLst>
          </p:cNvPr>
          <p:cNvGraphicFramePr>
            <a:graphicFrameLocks noGrp="1"/>
          </p:cNvGraphicFramePr>
          <p:nvPr>
            <p:ph idx="1"/>
            <p:extLst>
              <p:ext uri="{D42A27DB-BD31-4B8C-83A1-F6EECF244321}">
                <p14:modId xmlns:p14="http://schemas.microsoft.com/office/powerpoint/2010/main" val="327358199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111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6365B-0881-F4DA-E95E-A0458BD8EB07}"/>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cs typeface="Calibri Light"/>
              </a:rPr>
              <a:t>objectives</a:t>
            </a:r>
            <a:endParaRPr lang="en-US">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7FCEABE-8D07-0EF8-0B8C-23C08CC4F7F6}"/>
              </a:ext>
            </a:extLst>
          </p:cNvPr>
          <p:cNvGraphicFramePr>
            <a:graphicFrameLocks noGrp="1"/>
          </p:cNvGraphicFramePr>
          <p:nvPr>
            <p:ph idx="1"/>
            <p:extLst>
              <p:ext uri="{D42A27DB-BD31-4B8C-83A1-F6EECF244321}">
                <p14:modId xmlns:p14="http://schemas.microsoft.com/office/powerpoint/2010/main" val="3227905143"/>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6923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10AFDB-0AC3-F934-E78A-299CE131B03B}"/>
              </a:ext>
            </a:extLst>
          </p:cNvPr>
          <p:cNvSpPr>
            <a:spLocks noGrp="1"/>
          </p:cNvSpPr>
          <p:nvPr>
            <p:ph type="title"/>
          </p:nvPr>
        </p:nvSpPr>
        <p:spPr>
          <a:xfrm>
            <a:off x="2019300" y="538956"/>
            <a:ext cx="8985250" cy="1118394"/>
          </a:xfrm>
        </p:spPr>
        <p:txBody>
          <a:bodyPr anchor="t">
            <a:normAutofit/>
          </a:bodyPr>
          <a:lstStyle/>
          <a:p>
            <a:r>
              <a:rPr lang="en-US" sz="4000">
                <a:cs typeface="Calibri Light"/>
              </a:rPr>
              <a:t>Questions </a:t>
            </a:r>
            <a:endParaRPr lang="en-US" sz="4000"/>
          </a:p>
        </p:txBody>
      </p:sp>
      <p:pic>
        <p:nvPicPr>
          <p:cNvPr id="7" name="Graphic 6" descr="Target">
            <a:extLst>
              <a:ext uri="{FF2B5EF4-FFF2-40B4-BE49-F238E27FC236}">
                <a16:creationId xmlns:a16="http://schemas.microsoft.com/office/drawing/2014/main" id="{B479BA95-48E2-93BC-101A-1F3A31AEDC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13" name="Content Placeholder 2">
            <a:extLst>
              <a:ext uri="{FF2B5EF4-FFF2-40B4-BE49-F238E27FC236}">
                <a16:creationId xmlns:a16="http://schemas.microsoft.com/office/drawing/2014/main" id="{DE18FC08-0478-AE60-ED1C-E94E8AE92A3C}"/>
              </a:ext>
            </a:extLst>
          </p:cNvPr>
          <p:cNvSpPr>
            <a:spLocks noGrp="1"/>
          </p:cNvSpPr>
          <p:nvPr>
            <p:ph idx="1"/>
          </p:nvPr>
        </p:nvSpPr>
        <p:spPr>
          <a:xfrm>
            <a:off x="1009650" y="1847849"/>
            <a:ext cx="9994900" cy="4254501"/>
          </a:xfrm>
        </p:spPr>
        <p:txBody>
          <a:bodyPr vert="horz" lIns="91440" tIns="45720" rIns="91440" bIns="45720" rtlCol="0">
            <a:normAutofit/>
          </a:bodyPr>
          <a:lstStyle/>
          <a:p>
            <a:r>
              <a:rPr lang="en-US" sz="1400" b="1">
                <a:latin typeface="Times New Roman"/>
                <a:cs typeface="Times New Roman"/>
              </a:rPr>
              <a:t>Which machine learning algorithms demonstrate superior performance in predicting crop yields, and under what conditions?</a:t>
            </a:r>
            <a:endParaRPr lang="en-US" sz="1400">
              <a:cs typeface="Calibri" panose="020F0502020204030204"/>
            </a:endParaRPr>
          </a:p>
          <a:p>
            <a:r>
              <a:rPr lang="en-US" sz="1400" i="1">
                <a:latin typeface="Times New Roman"/>
                <a:cs typeface="Times New Roman"/>
              </a:rPr>
              <a:t>Explanation:</a:t>
            </a:r>
            <a:r>
              <a:rPr lang="en-US" sz="1400">
                <a:latin typeface="Times New Roman"/>
                <a:cs typeface="Times New Roman"/>
              </a:rPr>
              <a:t> This question aims to identify the most effective algorithm or combination of algorithms for accurate crop yield prediction. Understanding the strengths and limitations of different models will contribute to the selection of an optimal approach based on the dataset's characteristics and the complexity of the problem.</a:t>
            </a:r>
            <a:endParaRPr lang="en-US" sz="1400"/>
          </a:p>
          <a:p>
            <a:r>
              <a:rPr lang="en-US" sz="1400" b="1">
                <a:latin typeface="Times New Roman"/>
                <a:cs typeface="Times New Roman"/>
              </a:rPr>
              <a:t>How do various preprocessing techniques impact the accuracy of crop yield prediction models?</a:t>
            </a:r>
            <a:endParaRPr lang="en-US" sz="1400"/>
          </a:p>
          <a:p>
            <a:r>
              <a:rPr lang="en-US" sz="1400" i="1">
                <a:latin typeface="Times New Roman"/>
                <a:cs typeface="Times New Roman"/>
              </a:rPr>
              <a:t>Explanation:</a:t>
            </a:r>
            <a:r>
              <a:rPr lang="en-US" sz="1400">
                <a:latin typeface="Times New Roman"/>
                <a:cs typeface="Times New Roman"/>
              </a:rPr>
              <a:t> This question delves into the influence of data preprocessing on model performance. By addressing issues such as missing values and outliers and exploring feature engineering, the study aims to determine the extent to which data quality and preprocessing contribute to the accuracy of crop yield predictions.</a:t>
            </a:r>
            <a:endParaRPr lang="en-US" sz="1400"/>
          </a:p>
          <a:p>
            <a:r>
              <a:rPr lang="en-US" sz="1400" b="1">
                <a:latin typeface="Times New Roman"/>
                <a:cs typeface="Times New Roman"/>
              </a:rPr>
              <a:t>What is the temporal pattern in crop yield fluctuations, and how can it be effectively integrated into predictive models?</a:t>
            </a:r>
            <a:endParaRPr lang="en-US" sz="1400"/>
          </a:p>
          <a:p>
            <a:r>
              <a:rPr lang="en-US" sz="1400" i="1">
                <a:latin typeface="Times New Roman"/>
                <a:cs typeface="Times New Roman"/>
              </a:rPr>
              <a:t>Explanation:</a:t>
            </a:r>
            <a:r>
              <a:rPr lang="en-US" sz="1400">
                <a:latin typeface="Times New Roman"/>
                <a:cs typeface="Times New Roman"/>
              </a:rPr>
              <a:t> Recognizing the temporal dynamics of crop yields is crucial for accurate predictions. This question seeks to understand the time-dependent trends and variations in crop yield patterns and how they can be incorporated into machine learning models to enhance their predictive capabilities.</a:t>
            </a:r>
            <a:endParaRPr lang="en-US" sz="1400"/>
          </a:p>
          <a:p>
            <a:r>
              <a:rPr lang="en-US" sz="1400" b="1">
                <a:latin typeface="Times New Roman"/>
                <a:cs typeface="Times New Roman"/>
              </a:rPr>
              <a:t>To what extent do ensemble methods or advanced algorithmic configurations improve the robustness and generalization of crop yield prediction models?</a:t>
            </a:r>
            <a:endParaRPr lang="en-US" sz="1400"/>
          </a:p>
          <a:p>
            <a:r>
              <a:rPr lang="en-US" sz="1400" i="1">
                <a:latin typeface="Times New Roman"/>
                <a:cs typeface="Times New Roman"/>
              </a:rPr>
              <a:t>Explanation:</a:t>
            </a:r>
            <a:r>
              <a:rPr lang="en-US" sz="1400">
                <a:latin typeface="Times New Roman"/>
                <a:cs typeface="Times New Roman"/>
              </a:rPr>
              <a:t> This question explores the potential benefits of employing ensemble methods or advanced algorithmic configurations. Understanding how these techniques contribute to model robustness and generalization will guide the development of more reliable and adaptable crop yield prediction models.</a:t>
            </a:r>
            <a:endParaRPr lang="en-US" sz="1400"/>
          </a:p>
          <a:p>
            <a:endParaRPr lang="en-US" sz="1400">
              <a:cs typeface="Calibri"/>
            </a:endParaRPr>
          </a:p>
        </p:txBody>
      </p:sp>
    </p:spTree>
    <p:extLst>
      <p:ext uri="{BB962C8B-B14F-4D97-AF65-F5344CB8AC3E}">
        <p14:creationId xmlns:p14="http://schemas.microsoft.com/office/powerpoint/2010/main" val="3557703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134F42-B707-428E-2010-CEFD37625DA5}"/>
              </a:ext>
            </a:extLst>
          </p:cNvPr>
          <p:cNvSpPr>
            <a:spLocks noGrp="1"/>
          </p:cNvSpPr>
          <p:nvPr>
            <p:ph type="title"/>
          </p:nvPr>
        </p:nvSpPr>
        <p:spPr>
          <a:xfrm>
            <a:off x="838200" y="365125"/>
            <a:ext cx="5558489" cy="1325563"/>
          </a:xfrm>
        </p:spPr>
        <p:txBody>
          <a:bodyPr>
            <a:normAutofit/>
          </a:bodyPr>
          <a:lstStyle/>
          <a:p>
            <a:r>
              <a:rPr lang="en-US">
                <a:cs typeface="Calibri Light"/>
              </a:rPr>
              <a:t>Literature review</a:t>
            </a:r>
            <a:endParaRPr lang="en-US"/>
          </a:p>
        </p:txBody>
      </p:sp>
      <p:sp>
        <p:nvSpPr>
          <p:cNvPr id="32" name="Freeform: Shape 31">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37BBE19-DE49-E9DB-D07C-208563F2BE55}"/>
              </a:ext>
            </a:extLst>
          </p:cNvPr>
          <p:cNvSpPr>
            <a:spLocks noGrp="1"/>
          </p:cNvSpPr>
          <p:nvPr>
            <p:ph idx="1"/>
          </p:nvPr>
        </p:nvSpPr>
        <p:spPr>
          <a:xfrm>
            <a:off x="838200" y="1825625"/>
            <a:ext cx="5558489" cy="4351338"/>
          </a:xfrm>
        </p:spPr>
        <p:txBody>
          <a:bodyPr vert="horz" lIns="91440" tIns="45720" rIns="91440" bIns="45720" rtlCol="0" anchor="t">
            <a:normAutofit/>
          </a:bodyPr>
          <a:lstStyle/>
          <a:p>
            <a:r>
              <a:rPr lang="en-US" sz="1500" dirty="0">
                <a:ea typeface="+mn-lt"/>
                <a:cs typeface="+mn-lt"/>
              </a:rPr>
              <a:t>The literature review for this crop yield prediction project surveys historical and contemporary approaches. </a:t>
            </a:r>
            <a:endParaRPr lang="en-US" dirty="0"/>
          </a:p>
          <a:p>
            <a:r>
              <a:rPr lang="en-US" sz="1500" dirty="0">
                <a:ea typeface="+mn-lt"/>
                <a:cs typeface="+mn-lt"/>
              </a:rPr>
              <a:t>It explores traditional agricultural methods, delves into machine learning applications, and assesses diverse data sources like remote sensing and weather stations. </a:t>
            </a:r>
            <a:endParaRPr lang="en-US" dirty="0">
              <a:ea typeface="+mn-lt"/>
              <a:cs typeface="+mn-lt"/>
            </a:endParaRPr>
          </a:p>
          <a:p>
            <a:r>
              <a:rPr lang="en-US" sz="1500" dirty="0">
                <a:ea typeface="+mn-lt"/>
                <a:cs typeface="+mn-lt"/>
              </a:rPr>
              <a:t>The review scrutinizes feature selection and engineering techniques, scrutinizes model validation processes, and considers performance metrics. </a:t>
            </a:r>
            <a:endParaRPr lang="en-US">
              <a:ea typeface="+mn-lt"/>
              <a:cs typeface="+mn-lt"/>
            </a:endParaRPr>
          </a:p>
          <a:p>
            <a:r>
              <a:rPr lang="en-US" sz="1500" dirty="0">
                <a:ea typeface="+mn-lt"/>
                <a:cs typeface="+mn-lt"/>
              </a:rPr>
              <a:t>Challenges such as data scarcity and model interpretability are examined, alongside emerging technologies for overcoming these hurdles. </a:t>
            </a:r>
            <a:endParaRPr lang="en-US">
              <a:ea typeface="+mn-lt"/>
              <a:cs typeface="+mn-lt"/>
            </a:endParaRPr>
          </a:p>
          <a:p>
            <a:r>
              <a:rPr lang="en-US" sz="1500" dirty="0">
                <a:ea typeface="+mn-lt"/>
                <a:cs typeface="+mn-lt"/>
              </a:rPr>
              <a:t>Practical implementations in real-world scenarios are also explored, providing a holistic overview that informs the development of an advanced and effective crop yield prediction model for optimized agricultural practices.</a:t>
            </a:r>
            <a:endParaRPr lang="en-US">
              <a:cs typeface="Calibri"/>
            </a:endParaRPr>
          </a:p>
          <a:p>
            <a:pPr marL="0" indent="0">
              <a:buNone/>
            </a:pPr>
            <a:br>
              <a:rPr lang="en-US" sz="1500" dirty="0"/>
            </a:br>
            <a:endParaRPr lang="en-US" sz="1500">
              <a:cs typeface="Calibri"/>
            </a:endParaRPr>
          </a:p>
          <a:p>
            <a:endParaRPr lang="en-US" sz="1500">
              <a:cs typeface="Calibri"/>
            </a:endParaRPr>
          </a:p>
        </p:txBody>
      </p:sp>
      <p:sp>
        <p:nvSpPr>
          <p:cNvPr id="34" name="Oval 33">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Freeform: Shape 37">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40" name="Straight Connector 39">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4" name="Arc 43">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1667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365C63-5997-D6A3-D3FC-CCC92FF11DB3}"/>
              </a:ext>
            </a:extLst>
          </p:cNvPr>
          <p:cNvSpPr>
            <a:spLocks noGrp="1"/>
          </p:cNvSpPr>
          <p:nvPr>
            <p:ph type="title"/>
          </p:nvPr>
        </p:nvSpPr>
        <p:spPr>
          <a:xfrm>
            <a:off x="1046746" y="586822"/>
            <a:ext cx="3560252" cy="1645920"/>
          </a:xfrm>
        </p:spPr>
        <p:txBody>
          <a:bodyPr>
            <a:normAutofit/>
          </a:bodyPr>
          <a:lstStyle/>
          <a:p>
            <a:r>
              <a:rPr lang="en-US" sz="3200">
                <a:cs typeface="Calibri Light"/>
              </a:rPr>
              <a:t>Dataset </a:t>
            </a:r>
            <a:endParaRPr lang="en-US" sz="3200"/>
          </a:p>
        </p:txBody>
      </p:sp>
      <p:sp>
        <p:nvSpPr>
          <p:cNvPr id="13" name="Rectangle 1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DD528E1-E45A-C750-9D55-1D66EBBC03DD}"/>
              </a:ext>
            </a:extLst>
          </p:cNvPr>
          <p:cNvSpPr>
            <a:spLocks noGrp="1"/>
          </p:cNvSpPr>
          <p:nvPr>
            <p:ph idx="1"/>
          </p:nvPr>
        </p:nvSpPr>
        <p:spPr>
          <a:xfrm>
            <a:off x="5351164" y="586822"/>
            <a:ext cx="6002636" cy="1645920"/>
          </a:xfrm>
        </p:spPr>
        <p:txBody>
          <a:bodyPr vert="horz" lIns="91440" tIns="45720" rIns="91440" bIns="45720" rtlCol="0" anchor="ctr">
            <a:normAutofit/>
          </a:bodyPr>
          <a:lstStyle/>
          <a:p>
            <a:r>
              <a:rPr lang="en-US" sz="1300">
                <a:latin typeface="Times New Roman"/>
                <a:cs typeface="Times New Roman"/>
              </a:rPr>
              <a:t>Dataset offers a comprehensive glimpse into agricultural dynamics, focusing on crop yield prediction over several years. </a:t>
            </a:r>
            <a:endParaRPr lang="en-US" sz="1300">
              <a:latin typeface="Calibri" panose="020F0502020204030204"/>
              <a:cs typeface="Calibri"/>
            </a:endParaRPr>
          </a:p>
          <a:p>
            <a:r>
              <a:rPr lang="en-US" sz="1300">
                <a:latin typeface="Times New Roman"/>
                <a:cs typeface="Times New Roman"/>
              </a:rPr>
              <a:t>Encompassing diverse crops such as maize, potatoes, rice, sorghum, soybeans, and wheat, the dataset provides a multifaceted view of agricultural productivity.</a:t>
            </a:r>
            <a:endParaRPr lang="en-US" sz="1300">
              <a:latin typeface="Calibri" panose="020F0502020204030204"/>
              <a:cs typeface="Calibri"/>
            </a:endParaRPr>
          </a:p>
          <a:p>
            <a:r>
              <a:rPr lang="en-US" sz="1300">
                <a:latin typeface="Times New Roman"/>
                <a:cs typeface="Times New Roman"/>
              </a:rPr>
              <a:t> Each entry includes crucial parameters such as the type of crop, the corresponding year, yield per hectare , average annual rainfall, the number of pesticides used, and the average temperature .</a:t>
            </a:r>
            <a:endParaRPr lang="en-US" sz="1300">
              <a:cs typeface="Calibri"/>
            </a:endParaRPr>
          </a:p>
          <a:p>
            <a:endParaRPr lang="en-US" sz="1300">
              <a:cs typeface="Calibri"/>
            </a:endParaRPr>
          </a:p>
        </p:txBody>
      </p:sp>
      <p:pic>
        <p:nvPicPr>
          <p:cNvPr id="4" name="Picture 3" descr="A screenshot of a data&#10;&#10;Description automatically generated">
            <a:extLst>
              <a:ext uri="{FF2B5EF4-FFF2-40B4-BE49-F238E27FC236}">
                <a16:creationId xmlns:a16="http://schemas.microsoft.com/office/drawing/2014/main" id="{6EBA393F-6C0D-A1A5-2822-B11416CA26AE}"/>
              </a:ext>
            </a:extLst>
          </p:cNvPr>
          <p:cNvPicPr>
            <a:picLocks noChangeAspect="1"/>
          </p:cNvPicPr>
          <p:nvPr/>
        </p:nvPicPr>
        <p:blipFill>
          <a:blip r:embed="rId2"/>
          <a:stretch>
            <a:fillRect/>
          </a:stretch>
        </p:blipFill>
        <p:spPr>
          <a:xfrm>
            <a:off x="557784" y="3275770"/>
            <a:ext cx="11164824" cy="2400436"/>
          </a:xfrm>
          <a:prstGeom prst="rect">
            <a:avLst/>
          </a:prstGeom>
        </p:spPr>
      </p:pic>
    </p:spTree>
    <p:extLst>
      <p:ext uri="{BB962C8B-B14F-4D97-AF65-F5344CB8AC3E}">
        <p14:creationId xmlns:p14="http://schemas.microsoft.com/office/powerpoint/2010/main" val="2081129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B1E7B-DB2E-54DC-BADC-7FE084A20B4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Architecture</a:t>
            </a: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diagram of a process&#10;&#10;Description automatically generated">
            <a:extLst>
              <a:ext uri="{FF2B5EF4-FFF2-40B4-BE49-F238E27FC236}">
                <a16:creationId xmlns:a16="http://schemas.microsoft.com/office/drawing/2014/main" id="{845D7A36-99D8-BDD0-8487-727281BA1EB1}"/>
              </a:ext>
            </a:extLst>
          </p:cNvPr>
          <p:cNvPicPr>
            <a:picLocks noGrp="1" noChangeAspect="1"/>
          </p:cNvPicPr>
          <p:nvPr>
            <p:ph idx="1"/>
          </p:nvPr>
        </p:nvPicPr>
        <p:blipFill>
          <a:blip r:embed="rId2"/>
          <a:stretch>
            <a:fillRect/>
          </a:stretch>
        </p:blipFill>
        <p:spPr>
          <a:xfrm>
            <a:off x="4864608" y="691851"/>
            <a:ext cx="6846363" cy="5323044"/>
          </a:xfrm>
          <a:prstGeom prst="rect">
            <a:avLst/>
          </a:prstGeom>
        </p:spPr>
      </p:pic>
    </p:spTree>
    <p:extLst>
      <p:ext uri="{BB962C8B-B14F-4D97-AF65-F5344CB8AC3E}">
        <p14:creationId xmlns:p14="http://schemas.microsoft.com/office/powerpoint/2010/main" val="126503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Rectangle 3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62542-37A2-B343-45C5-B78BE532431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cs typeface="Calibri Light"/>
              </a:rPr>
              <a:t>Data preprocesing</a:t>
            </a:r>
            <a:endParaRPr lang="en-US" sz="4000">
              <a:solidFill>
                <a:srgbClr val="FFFFFF"/>
              </a:solidFill>
            </a:endParaRPr>
          </a:p>
        </p:txBody>
      </p:sp>
      <p:graphicFrame>
        <p:nvGraphicFramePr>
          <p:cNvPr id="26" name="Content Placeholder 2">
            <a:extLst>
              <a:ext uri="{FF2B5EF4-FFF2-40B4-BE49-F238E27FC236}">
                <a16:creationId xmlns:a16="http://schemas.microsoft.com/office/drawing/2014/main" id="{D7FBF9EF-BD8E-F1CE-A990-0AD22F7DFAE7}"/>
              </a:ext>
            </a:extLst>
          </p:cNvPr>
          <p:cNvGraphicFramePr>
            <a:graphicFrameLocks noGrp="1"/>
          </p:cNvGraphicFramePr>
          <p:nvPr>
            <p:ph idx="1"/>
            <p:extLst>
              <p:ext uri="{D42A27DB-BD31-4B8C-83A1-F6EECF244321}">
                <p14:modId xmlns:p14="http://schemas.microsoft.com/office/powerpoint/2010/main" val="29160095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746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358B5-DE69-452E-1F9A-E33630AD5AE9}"/>
              </a:ext>
            </a:extLst>
          </p:cNvPr>
          <p:cNvSpPr>
            <a:spLocks noGrp="1"/>
          </p:cNvSpPr>
          <p:nvPr>
            <p:ph type="title"/>
          </p:nvPr>
        </p:nvSpPr>
        <p:spPr/>
        <p:txBody>
          <a:bodyPr/>
          <a:lstStyle/>
          <a:p>
            <a:r>
              <a:rPr lang="en-US" dirty="0">
                <a:cs typeface="Calibri Light"/>
              </a:rPr>
              <a:t>Exploratory data analysis</a:t>
            </a:r>
            <a:endParaRPr lang="en-US" dirty="0"/>
          </a:p>
        </p:txBody>
      </p:sp>
      <p:pic>
        <p:nvPicPr>
          <p:cNvPr id="4" name="Content Placeholder 3" descr="A graph of crops growing&#10;&#10;Description automatically generated">
            <a:extLst>
              <a:ext uri="{FF2B5EF4-FFF2-40B4-BE49-F238E27FC236}">
                <a16:creationId xmlns:a16="http://schemas.microsoft.com/office/drawing/2014/main" id="{3EFCBA67-8373-AA89-46A8-AC3A4687F7FD}"/>
              </a:ext>
            </a:extLst>
          </p:cNvPr>
          <p:cNvPicPr>
            <a:picLocks noGrp="1" noChangeAspect="1"/>
          </p:cNvPicPr>
          <p:nvPr>
            <p:ph idx="1"/>
          </p:nvPr>
        </p:nvPicPr>
        <p:blipFill>
          <a:blip r:embed="rId2"/>
          <a:stretch>
            <a:fillRect/>
          </a:stretch>
        </p:blipFill>
        <p:spPr>
          <a:xfrm>
            <a:off x="1707786" y="1825625"/>
            <a:ext cx="8776427" cy="4351338"/>
          </a:xfrm>
        </p:spPr>
      </p:pic>
    </p:spTree>
    <p:extLst>
      <p:ext uri="{BB962C8B-B14F-4D97-AF65-F5344CB8AC3E}">
        <p14:creationId xmlns:p14="http://schemas.microsoft.com/office/powerpoint/2010/main" val="2437086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1E406-F132-098E-D87F-C3C6B37304F6}"/>
              </a:ext>
            </a:extLst>
          </p:cNvPr>
          <p:cNvSpPr>
            <a:spLocks noGrp="1"/>
          </p:cNvSpPr>
          <p:nvPr>
            <p:ph type="title"/>
          </p:nvPr>
        </p:nvSpPr>
        <p:spPr/>
        <p:txBody>
          <a:bodyPr/>
          <a:lstStyle/>
          <a:p>
            <a:r>
              <a:rPr lang="en-US" dirty="0">
                <a:cs typeface="Calibri Light"/>
              </a:rPr>
              <a:t>Exploratory data analysis</a:t>
            </a:r>
          </a:p>
          <a:p>
            <a:endParaRPr lang="en-US" dirty="0">
              <a:cs typeface="Calibri Light"/>
            </a:endParaRPr>
          </a:p>
        </p:txBody>
      </p:sp>
      <p:pic>
        <p:nvPicPr>
          <p:cNvPr id="4" name="Content Placeholder 3" descr="A white background with black text&#10;&#10;Description automatically generated">
            <a:extLst>
              <a:ext uri="{FF2B5EF4-FFF2-40B4-BE49-F238E27FC236}">
                <a16:creationId xmlns:a16="http://schemas.microsoft.com/office/drawing/2014/main" id="{A685F96A-D1C0-D1E1-C98A-1D01B9A24EF0}"/>
              </a:ext>
            </a:extLst>
          </p:cNvPr>
          <p:cNvPicPr>
            <a:picLocks noGrp="1" noChangeAspect="1"/>
          </p:cNvPicPr>
          <p:nvPr>
            <p:ph idx="1"/>
          </p:nvPr>
        </p:nvPicPr>
        <p:blipFill>
          <a:blip r:embed="rId2"/>
          <a:stretch>
            <a:fillRect/>
          </a:stretch>
        </p:blipFill>
        <p:spPr>
          <a:xfrm>
            <a:off x="881062" y="2467769"/>
            <a:ext cx="10429875" cy="3067050"/>
          </a:xfrm>
        </p:spPr>
      </p:pic>
    </p:spTree>
    <p:extLst>
      <p:ext uri="{BB962C8B-B14F-4D97-AF65-F5344CB8AC3E}">
        <p14:creationId xmlns:p14="http://schemas.microsoft.com/office/powerpoint/2010/main" val="889253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E4CD-86FC-7F55-76E5-DEB6A2AD82EB}"/>
              </a:ext>
            </a:extLst>
          </p:cNvPr>
          <p:cNvSpPr>
            <a:spLocks noGrp="1"/>
          </p:cNvSpPr>
          <p:nvPr>
            <p:ph type="title"/>
          </p:nvPr>
        </p:nvSpPr>
        <p:spPr/>
        <p:txBody>
          <a:bodyPr/>
          <a:lstStyle/>
          <a:p>
            <a:r>
              <a:rPr lang="en-US" dirty="0">
                <a:cs typeface="Calibri Light"/>
              </a:rPr>
              <a:t>Exploratory data analysis</a:t>
            </a:r>
          </a:p>
          <a:p>
            <a:endParaRPr lang="en-US" dirty="0">
              <a:cs typeface="Calibri Light"/>
            </a:endParaRPr>
          </a:p>
        </p:txBody>
      </p:sp>
      <p:pic>
        <p:nvPicPr>
          <p:cNvPr id="4" name="Content Placeholder 3">
            <a:extLst>
              <a:ext uri="{FF2B5EF4-FFF2-40B4-BE49-F238E27FC236}">
                <a16:creationId xmlns:a16="http://schemas.microsoft.com/office/drawing/2014/main" id="{7178AC82-B693-7777-C9BE-9C65AD47A338}"/>
              </a:ext>
            </a:extLst>
          </p:cNvPr>
          <p:cNvPicPr>
            <a:picLocks noGrp="1" noChangeAspect="1"/>
          </p:cNvPicPr>
          <p:nvPr>
            <p:ph idx="1"/>
          </p:nvPr>
        </p:nvPicPr>
        <p:blipFill>
          <a:blip r:embed="rId2"/>
          <a:stretch>
            <a:fillRect/>
          </a:stretch>
        </p:blipFill>
        <p:spPr>
          <a:xfrm>
            <a:off x="2386012" y="1953419"/>
            <a:ext cx="7419975" cy="4095750"/>
          </a:xfrm>
        </p:spPr>
      </p:pic>
    </p:spTree>
    <p:extLst>
      <p:ext uri="{BB962C8B-B14F-4D97-AF65-F5344CB8AC3E}">
        <p14:creationId xmlns:p14="http://schemas.microsoft.com/office/powerpoint/2010/main" val="2251027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9" name="Rectangle 16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ectangle 17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1C37C7-F051-43F4-6FA0-8382CBDD92F1}"/>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Modelling</a:t>
            </a:r>
          </a:p>
        </p:txBody>
      </p:sp>
      <p:sp>
        <p:nvSpPr>
          <p:cNvPr id="109" name="TextBox 108">
            <a:extLst>
              <a:ext uri="{FF2B5EF4-FFF2-40B4-BE49-F238E27FC236}">
                <a16:creationId xmlns:a16="http://schemas.microsoft.com/office/drawing/2014/main" id="{B80D1ED9-1CF4-B4DB-C4BD-E4E2F2D37C13}"/>
              </a:ext>
            </a:extLst>
          </p:cNvPr>
          <p:cNvSpPr txBox="1"/>
          <p:nvPr/>
        </p:nvSpPr>
        <p:spPr>
          <a:xfrm>
            <a:off x="6503158" y="649480"/>
            <a:ext cx="4862447" cy="554604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lnSpcReduction="10000"/>
          </a:bodyPr>
          <a:lstStyle/>
          <a:p>
            <a:pPr indent="-228600">
              <a:lnSpc>
                <a:spcPct val="90000"/>
              </a:lnSpc>
              <a:spcAft>
                <a:spcPts val="600"/>
              </a:spcAft>
              <a:buFont typeface="Arial" panose="020B0604020202020204" pitchFamily="34" charset="0"/>
              <a:buChar char="•"/>
            </a:pPr>
            <a:r>
              <a:rPr lang="en-US" sz="1300" b="1"/>
              <a:t>LSTM :</a:t>
            </a:r>
            <a:endParaRPr lang="en-US"/>
          </a:p>
          <a:p>
            <a:pPr indent="-228600">
              <a:lnSpc>
                <a:spcPct val="90000"/>
              </a:lnSpc>
              <a:spcAft>
                <a:spcPts val="600"/>
              </a:spcAft>
              <a:buFont typeface="Arial" panose="020B0604020202020204" pitchFamily="34" charset="0"/>
              <a:buChar char="•"/>
            </a:pPr>
            <a:r>
              <a:rPr lang="en-US" sz="1300" b="1" dirty="0"/>
              <a:t>Purpose and Design:</a:t>
            </a:r>
            <a:endParaRPr lang="en-US" dirty="0"/>
          </a:p>
          <a:p>
            <a:pPr lvl="1" indent="-228600">
              <a:lnSpc>
                <a:spcPct val="90000"/>
              </a:lnSpc>
              <a:spcAft>
                <a:spcPts val="600"/>
              </a:spcAft>
              <a:buFont typeface="Arial" panose="020B0604020202020204" pitchFamily="34" charset="0"/>
              <a:buChar char="•"/>
            </a:pPr>
            <a:r>
              <a:rPr lang="en-US" sz="1300" dirty="0"/>
              <a:t>Crafted for capturing temporal dependencies in sequential data.</a:t>
            </a:r>
            <a:endParaRPr lang="en-US" sz="1300" dirty="0">
              <a:cs typeface="Calibri"/>
            </a:endParaRPr>
          </a:p>
          <a:p>
            <a:pPr lvl="1" indent="-228600">
              <a:lnSpc>
                <a:spcPct val="90000"/>
              </a:lnSpc>
              <a:spcAft>
                <a:spcPts val="600"/>
              </a:spcAft>
              <a:buFont typeface="Arial" panose="020B0604020202020204" pitchFamily="34" charset="0"/>
              <a:buChar char="•"/>
            </a:pPr>
            <a:r>
              <a:rPr lang="en-US" sz="1300" dirty="0"/>
              <a:t>Designed to discern and understand nuanced temporal patterns.</a:t>
            </a:r>
            <a:endParaRPr lang="en-US" sz="1300" dirty="0">
              <a:cs typeface="Calibri"/>
            </a:endParaRPr>
          </a:p>
          <a:p>
            <a:pPr indent="-228600">
              <a:lnSpc>
                <a:spcPct val="90000"/>
              </a:lnSpc>
              <a:spcAft>
                <a:spcPts val="600"/>
              </a:spcAft>
              <a:buFont typeface="Arial" panose="020B0604020202020204" pitchFamily="34" charset="0"/>
              <a:buChar char="•"/>
            </a:pPr>
            <a:r>
              <a:rPr lang="en-US" sz="1300" b="1" dirty="0"/>
              <a:t>Performance Metric - RMSE:</a:t>
            </a:r>
            <a:endParaRPr lang="en-US" sz="1300" b="1" dirty="0">
              <a:cs typeface="Calibri"/>
            </a:endParaRPr>
          </a:p>
          <a:p>
            <a:pPr lvl="1" indent="-228600">
              <a:lnSpc>
                <a:spcPct val="90000"/>
              </a:lnSpc>
              <a:spcAft>
                <a:spcPts val="600"/>
              </a:spcAft>
              <a:buFont typeface="Arial" panose="020B0604020202020204" pitchFamily="34" charset="0"/>
              <a:buChar char="•"/>
            </a:pPr>
            <a:r>
              <a:rPr lang="en-US" sz="1300" dirty="0"/>
              <a:t>Achieved a low RMSE of 1.0598.</a:t>
            </a:r>
            <a:endParaRPr lang="en-US" sz="1300" dirty="0">
              <a:cs typeface="Calibri"/>
            </a:endParaRPr>
          </a:p>
          <a:p>
            <a:pPr lvl="1" indent="-228600">
              <a:lnSpc>
                <a:spcPct val="90000"/>
              </a:lnSpc>
              <a:spcAft>
                <a:spcPts val="600"/>
              </a:spcAft>
              <a:buFont typeface="Arial" panose="020B0604020202020204" pitchFamily="34" charset="0"/>
              <a:buChar char="•"/>
            </a:pPr>
            <a:r>
              <a:rPr lang="en-US" sz="1300" dirty="0"/>
              <a:t>RMSE quantifies average errors between predicted and observed crop yield values.</a:t>
            </a:r>
            <a:endParaRPr lang="en-US" sz="1300" dirty="0">
              <a:cs typeface="Calibri"/>
            </a:endParaRPr>
          </a:p>
          <a:p>
            <a:pPr indent="-228600">
              <a:lnSpc>
                <a:spcPct val="90000"/>
              </a:lnSpc>
              <a:spcAft>
                <a:spcPts val="600"/>
              </a:spcAft>
              <a:buFont typeface="Arial" panose="020B0604020202020204" pitchFamily="34" charset="0"/>
              <a:buChar char="•"/>
            </a:pPr>
            <a:r>
              <a:rPr lang="en-US" sz="1300" b="1" dirty="0"/>
              <a:t>Prediction Proficiency:</a:t>
            </a:r>
            <a:endParaRPr lang="en-US" sz="1300" b="1" dirty="0">
              <a:cs typeface="Calibri"/>
            </a:endParaRPr>
          </a:p>
          <a:p>
            <a:pPr lvl="1" indent="-228600">
              <a:lnSpc>
                <a:spcPct val="90000"/>
              </a:lnSpc>
              <a:spcAft>
                <a:spcPts val="600"/>
              </a:spcAft>
              <a:buFont typeface="Arial" panose="020B0604020202020204" pitchFamily="34" charset="0"/>
              <a:buChar char="•"/>
            </a:pPr>
            <a:r>
              <a:rPr lang="en-US" sz="1300" dirty="0"/>
              <a:t>Demonstrated proficient performance in predicting crop yields.</a:t>
            </a:r>
            <a:endParaRPr lang="en-US" sz="1300" dirty="0">
              <a:cs typeface="Calibri"/>
            </a:endParaRPr>
          </a:p>
          <a:p>
            <a:pPr lvl="1" indent="-228600">
              <a:lnSpc>
                <a:spcPct val="90000"/>
              </a:lnSpc>
              <a:spcAft>
                <a:spcPts val="600"/>
              </a:spcAft>
              <a:buFont typeface="Arial" panose="020B0604020202020204" pitchFamily="34" charset="0"/>
              <a:buChar char="•"/>
            </a:pPr>
            <a:r>
              <a:rPr lang="en-US" sz="1300" dirty="0"/>
              <a:t>Adept at capturing the dataset's temporal intricacies and dependencies.</a:t>
            </a:r>
            <a:endParaRPr lang="en-US" sz="1300" dirty="0">
              <a:cs typeface="Calibri"/>
            </a:endParaRPr>
          </a:p>
          <a:p>
            <a:pPr indent="-228600">
              <a:lnSpc>
                <a:spcPct val="90000"/>
              </a:lnSpc>
              <a:spcAft>
                <a:spcPts val="600"/>
              </a:spcAft>
              <a:buFont typeface="Arial" panose="020B0604020202020204" pitchFamily="34" charset="0"/>
              <a:buChar char="•"/>
            </a:pPr>
            <a:r>
              <a:rPr lang="en-US" sz="1300" b="1" dirty="0"/>
              <a:t>Sequential Data Handling:</a:t>
            </a:r>
            <a:endParaRPr lang="en-US" sz="1300" b="1" dirty="0">
              <a:cs typeface="Calibri"/>
            </a:endParaRPr>
          </a:p>
          <a:p>
            <a:pPr lvl="1" indent="-228600">
              <a:lnSpc>
                <a:spcPct val="90000"/>
              </a:lnSpc>
              <a:spcAft>
                <a:spcPts val="600"/>
              </a:spcAft>
              <a:buFont typeface="Arial" panose="020B0604020202020204" pitchFamily="34" charset="0"/>
              <a:buChar char="•"/>
            </a:pPr>
            <a:r>
              <a:rPr lang="en-US" sz="1300" dirty="0"/>
              <a:t>Proficient in handling sequential data.</a:t>
            </a:r>
            <a:endParaRPr lang="en-US" sz="1300" dirty="0">
              <a:cs typeface="Calibri"/>
            </a:endParaRPr>
          </a:p>
          <a:p>
            <a:pPr lvl="1" indent="-228600">
              <a:lnSpc>
                <a:spcPct val="90000"/>
              </a:lnSpc>
              <a:spcAft>
                <a:spcPts val="600"/>
              </a:spcAft>
              <a:buFont typeface="Arial" panose="020B0604020202020204" pitchFamily="34" charset="0"/>
              <a:buChar char="•"/>
            </a:pPr>
            <a:r>
              <a:rPr lang="en-US" sz="1300" dirty="0"/>
              <a:t>Adaptable to varying time intervals, enhancing prediction effectiveness.</a:t>
            </a:r>
            <a:endParaRPr lang="en-US" sz="1300" dirty="0">
              <a:cs typeface="Calibri"/>
            </a:endParaRPr>
          </a:p>
          <a:p>
            <a:pPr indent="-228600">
              <a:lnSpc>
                <a:spcPct val="90000"/>
              </a:lnSpc>
              <a:spcAft>
                <a:spcPts val="600"/>
              </a:spcAft>
              <a:buFont typeface="Arial" panose="020B0604020202020204" pitchFamily="34" charset="0"/>
              <a:buChar char="•"/>
            </a:pPr>
            <a:r>
              <a:rPr lang="en-US" sz="1300" b="1" dirty="0"/>
              <a:t>Overall Effectiveness:</a:t>
            </a:r>
            <a:endParaRPr lang="en-US" sz="1300" b="1" dirty="0">
              <a:cs typeface="Calibri"/>
            </a:endParaRPr>
          </a:p>
          <a:p>
            <a:pPr lvl="1" indent="-228600">
              <a:lnSpc>
                <a:spcPct val="90000"/>
              </a:lnSpc>
              <a:spcAft>
                <a:spcPts val="600"/>
              </a:spcAft>
              <a:buFont typeface="Arial" panose="020B0604020202020204" pitchFamily="34" charset="0"/>
              <a:buChar char="•"/>
            </a:pPr>
            <a:r>
              <a:rPr lang="en-US" sz="1300" dirty="0"/>
              <a:t>The model's effectiveness in crop yield prediction is highlighted by the low RMSE.</a:t>
            </a:r>
            <a:endParaRPr lang="en-US" sz="1300" dirty="0">
              <a:cs typeface="Calibri"/>
            </a:endParaRPr>
          </a:p>
          <a:p>
            <a:pPr lvl="1" indent="-228600">
              <a:lnSpc>
                <a:spcPct val="90000"/>
              </a:lnSpc>
              <a:spcAft>
                <a:spcPts val="600"/>
              </a:spcAft>
              <a:buFont typeface="Arial" panose="020B0604020202020204" pitchFamily="34" charset="0"/>
              <a:buChar char="•"/>
            </a:pPr>
            <a:r>
              <a:rPr lang="en-US" sz="1300" dirty="0"/>
              <a:t>Combines proficiency in handling sequential data with nuanced temporal pattern recognition.</a:t>
            </a:r>
            <a:endParaRPr lang="en-US" sz="1300" dirty="0">
              <a:cs typeface="Calibri"/>
            </a:endParaRPr>
          </a:p>
          <a:p>
            <a:pPr indent="-228600">
              <a:lnSpc>
                <a:spcPct val="90000"/>
              </a:lnSpc>
              <a:spcAft>
                <a:spcPts val="600"/>
              </a:spcAft>
              <a:buFont typeface="Arial" panose="020B0604020202020204" pitchFamily="34" charset="0"/>
              <a:buChar char="•"/>
            </a:pPr>
            <a:endParaRPr lang="en-US" sz="1300"/>
          </a:p>
        </p:txBody>
      </p:sp>
    </p:spTree>
    <p:extLst>
      <p:ext uri="{BB962C8B-B14F-4D97-AF65-F5344CB8AC3E}">
        <p14:creationId xmlns:p14="http://schemas.microsoft.com/office/powerpoint/2010/main" val="312477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56DE-B082-B54D-E3BA-B941CB06B402}"/>
              </a:ext>
            </a:extLst>
          </p:cNvPr>
          <p:cNvSpPr>
            <a:spLocks noGrp="1"/>
          </p:cNvSpPr>
          <p:nvPr>
            <p:ph type="title"/>
          </p:nvPr>
        </p:nvSpPr>
        <p:spPr/>
        <p:txBody>
          <a:bodyPr/>
          <a:lstStyle/>
          <a:p>
            <a:r>
              <a:rPr lang="en-US" dirty="0">
                <a:cs typeface="Calibri Light"/>
              </a:rPr>
              <a:t>modelling</a:t>
            </a:r>
            <a:endParaRPr lang="en-US" dirty="0"/>
          </a:p>
        </p:txBody>
      </p:sp>
      <p:sp>
        <p:nvSpPr>
          <p:cNvPr id="3" name="Content Placeholder 2">
            <a:extLst>
              <a:ext uri="{FF2B5EF4-FFF2-40B4-BE49-F238E27FC236}">
                <a16:creationId xmlns:a16="http://schemas.microsoft.com/office/drawing/2014/main" id="{6B7C45D6-550E-340C-FEFC-A8A3B3701B54}"/>
              </a:ext>
            </a:extLst>
          </p:cNvPr>
          <p:cNvSpPr>
            <a:spLocks noGrp="1"/>
          </p:cNvSpPr>
          <p:nvPr>
            <p:ph idx="1"/>
          </p:nvPr>
        </p:nvSpPr>
        <p:spPr/>
        <p:txBody>
          <a:bodyPr vert="horz" lIns="91440" tIns="45720" rIns="91440" bIns="45720" rtlCol="0" anchor="t">
            <a:normAutofit fontScale="92500" lnSpcReduction="20000"/>
          </a:bodyPr>
          <a:lstStyle/>
          <a:p>
            <a:pPr>
              <a:spcBef>
                <a:spcPts val="0"/>
              </a:spcBef>
              <a:spcAft>
                <a:spcPts val="600"/>
              </a:spcAft>
              <a:buFont typeface="Arial,Sans-Serif" panose="020B0604020202020204" pitchFamily="34" charset="0"/>
            </a:pPr>
            <a:r>
              <a:rPr lang="en-US" sz="1800" b="1" dirty="0">
                <a:cs typeface="Calibri"/>
              </a:rPr>
              <a:t>CNN Model:</a:t>
            </a:r>
            <a:endParaRPr lang="en-US" sz="1800" dirty="0">
              <a:cs typeface="Calibri"/>
            </a:endParaRPr>
          </a:p>
          <a:p>
            <a:pPr>
              <a:spcBef>
                <a:spcPts val="0"/>
              </a:spcBef>
              <a:spcAft>
                <a:spcPts val="600"/>
              </a:spcAft>
              <a:buFont typeface="Arial,Sans-Serif" panose="020B0604020202020204" pitchFamily="34" charset="0"/>
            </a:pPr>
            <a:r>
              <a:rPr lang="en-US" sz="1800" b="1" dirty="0">
                <a:cs typeface="Calibri"/>
              </a:rPr>
              <a:t>Spatial Analysis Focus:</a:t>
            </a:r>
            <a:endParaRPr lang="en-US" sz="1800" dirty="0">
              <a:cs typeface="Calibri"/>
            </a:endParaRPr>
          </a:p>
          <a:p>
            <a:pPr lvl="1">
              <a:spcBef>
                <a:spcPts val="0"/>
              </a:spcBef>
              <a:spcAft>
                <a:spcPts val="600"/>
              </a:spcAft>
              <a:buFont typeface="Arial,Sans-Serif" panose="020B0604020202020204" pitchFamily="34" charset="0"/>
            </a:pPr>
            <a:r>
              <a:rPr lang="en-US" sz="1800" dirty="0">
                <a:cs typeface="Calibri"/>
              </a:rPr>
              <a:t>Specialized in spatial analysis, particularly in image data.</a:t>
            </a:r>
          </a:p>
          <a:p>
            <a:pPr lvl="1">
              <a:spcBef>
                <a:spcPts val="0"/>
              </a:spcBef>
              <a:spcAft>
                <a:spcPts val="600"/>
              </a:spcAft>
              <a:buFont typeface="Arial,Sans-Serif" panose="020B0604020202020204" pitchFamily="34" charset="0"/>
            </a:pPr>
            <a:r>
              <a:rPr lang="en-US" sz="1800" dirty="0">
                <a:cs typeface="Calibri"/>
              </a:rPr>
              <a:t>Designed to capture spatial hierarchies and patterns within images.</a:t>
            </a:r>
          </a:p>
          <a:p>
            <a:pPr>
              <a:spcBef>
                <a:spcPts val="0"/>
              </a:spcBef>
              <a:spcAft>
                <a:spcPts val="600"/>
              </a:spcAft>
              <a:buFont typeface="Arial,Sans-Serif" panose="020B0604020202020204" pitchFamily="34" charset="0"/>
            </a:pPr>
            <a:r>
              <a:rPr lang="en-US" sz="1800" b="1" dirty="0">
                <a:cs typeface="Calibri"/>
              </a:rPr>
              <a:t>Performance Metric - RMSE:</a:t>
            </a:r>
            <a:endParaRPr lang="en-US" sz="1800" dirty="0">
              <a:cs typeface="Calibri"/>
            </a:endParaRPr>
          </a:p>
          <a:p>
            <a:pPr lvl="1">
              <a:spcBef>
                <a:spcPts val="0"/>
              </a:spcBef>
              <a:spcAft>
                <a:spcPts val="600"/>
              </a:spcAft>
              <a:buFont typeface="Arial,Sans-Serif" panose="020B0604020202020204" pitchFamily="34" charset="0"/>
            </a:pPr>
            <a:r>
              <a:rPr lang="en-US" sz="1800" dirty="0">
                <a:cs typeface="Calibri"/>
              </a:rPr>
              <a:t>Demonstrated an RMSE of 1.1032, slightly higher than the LSTM.</a:t>
            </a:r>
          </a:p>
          <a:p>
            <a:pPr lvl="1">
              <a:spcBef>
                <a:spcPts val="0"/>
              </a:spcBef>
              <a:spcAft>
                <a:spcPts val="600"/>
              </a:spcAft>
              <a:buFont typeface="Arial,Sans-Serif" panose="020B0604020202020204" pitchFamily="34" charset="0"/>
            </a:pPr>
            <a:r>
              <a:rPr lang="en-US" sz="1800" dirty="0">
                <a:cs typeface="Calibri"/>
              </a:rPr>
              <a:t>Indicates reasonably accurate prediction performance.</a:t>
            </a:r>
          </a:p>
          <a:p>
            <a:pPr>
              <a:spcBef>
                <a:spcPts val="0"/>
              </a:spcBef>
              <a:spcAft>
                <a:spcPts val="600"/>
              </a:spcAft>
              <a:buFont typeface="Arial,Sans-Serif" panose="020B0604020202020204" pitchFamily="34" charset="0"/>
            </a:pPr>
            <a:r>
              <a:rPr lang="en-US" sz="1800" b="1" dirty="0">
                <a:cs typeface="Calibri"/>
              </a:rPr>
              <a:t>Feature Arrangement Importance:</a:t>
            </a:r>
            <a:endParaRPr lang="en-US" sz="1800" dirty="0">
              <a:cs typeface="Calibri"/>
            </a:endParaRPr>
          </a:p>
          <a:p>
            <a:pPr lvl="1">
              <a:spcBef>
                <a:spcPts val="0"/>
              </a:spcBef>
              <a:spcAft>
                <a:spcPts val="600"/>
              </a:spcAft>
              <a:buFont typeface="Arial,Sans-Serif" panose="020B0604020202020204" pitchFamily="34" charset="0"/>
            </a:pPr>
            <a:r>
              <a:rPr lang="en-US" sz="1800" dirty="0">
                <a:cs typeface="Calibri"/>
              </a:rPr>
              <a:t>Excelling in tasks where the arrangement of features is crucial.</a:t>
            </a:r>
          </a:p>
          <a:p>
            <a:pPr lvl="1">
              <a:spcBef>
                <a:spcPts val="0"/>
              </a:spcBef>
              <a:spcAft>
                <a:spcPts val="600"/>
              </a:spcAft>
              <a:buFont typeface="Arial,Sans-Serif" panose="020B0604020202020204" pitchFamily="34" charset="0"/>
            </a:pPr>
            <a:r>
              <a:rPr lang="en-US" sz="1800" dirty="0">
                <a:cs typeface="Calibri"/>
              </a:rPr>
              <a:t>Strong capability in capturing spatial hierarchies within images.</a:t>
            </a:r>
          </a:p>
          <a:p>
            <a:pPr>
              <a:spcBef>
                <a:spcPts val="0"/>
              </a:spcBef>
              <a:spcAft>
                <a:spcPts val="600"/>
              </a:spcAft>
              <a:buFont typeface="Arial,Sans-Serif" panose="020B0604020202020204" pitchFamily="34" charset="0"/>
            </a:pPr>
            <a:r>
              <a:rPr lang="en-US" sz="1800" b="1" dirty="0">
                <a:cs typeface="Calibri"/>
              </a:rPr>
              <a:t>Application in Crop Yield Prediction:</a:t>
            </a:r>
            <a:endParaRPr lang="en-US" sz="1800" dirty="0">
              <a:cs typeface="Calibri"/>
            </a:endParaRPr>
          </a:p>
          <a:p>
            <a:pPr lvl="1">
              <a:spcBef>
                <a:spcPts val="0"/>
              </a:spcBef>
              <a:spcAft>
                <a:spcPts val="600"/>
              </a:spcAft>
              <a:buFont typeface="Arial,Sans-Serif" panose="020B0604020202020204" pitchFamily="34" charset="0"/>
            </a:pPr>
            <a:r>
              <a:rPr lang="en-US" sz="1800" dirty="0">
                <a:cs typeface="Calibri"/>
              </a:rPr>
              <a:t>Effective in analyzing aerial or satellite imagery for crop yield prediction.</a:t>
            </a:r>
          </a:p>
          <a:p>
            <a:pPr lvl="1">
              <a:spcBef>
                <a:spcPts val="0"/>
              </a:spcBef>
              <a:spcAft>
                <a:spcPts val="600"/>
              </a:spcAft>
              <a:buFont typeface="Arial,Sans-Serif" panose="020B0604020202020204" pitchFamily="34" charset="0"/>
            </a:pPr>
            <a:r>
              <a:rPr lang="en-US" sz="1800" dirty="0">
                <a:cs typeface="Calibri"/>
              </a:rPr>
              <a:t>Utilizes spatial analysis capabilities to enhance prediction accuracy.</a:t>
            </a:r>
          </a:p>
          <a:p>
            <a:pPr>
              <a:spcBef>
                <a:spcPts val="0"/>
              </a:spcBef>
              <a:spcAft>
                <a:spcPts val="600"/>
              </a:spcAft>
              <a:buFont typeface="Arial,Sans-Serif" panose="020B0604020202020204" pitchFamily="34" charset="0"/>
            </a:pPr>
            <a:r>
              <a:rPr lang="en-US" sz="1800" b="1" dirty="0">
                <a:cs typeface="Calibri"/>
              </a:rPr>
              <a:t>Considerations and Challenges:</a:t>
            </a:r>
            <a:endParaRPr lang="en-US" sz="1800" dirty="0">
              <a:cs typeface="Calibri"/>
            </a:endParaRPr>
          </a:p>
          <a:p>
            <a:pPr lvl="1">
              <a:spcBef>
                <a:spcPts val="0"/>
              </a:spcBef>
              <a:spcAft>
                <a:spcPts val="600"/>
              </a:spcAft>
              <a:buFont typeface="Arial,Sans-Serif" panose="020B0604020202020204" pitchFamily="34" charset="0"/>
            </a:pPr>
            <a:r>
              <a:rPr lang="en-US" sz="1800" dirty="0">
                <a:cs typeface="Calibri"/>
              </a:rPr>
              <a:t>Potential challenges related to computational intensity.</a:t>
            </a:r>
          </a:p>
          <a:p>
            <a:pPr lvl="1">
              <a:spcBef>
                <a:spcPts val="0"/>
              </a:spcBef>
              <a:spcAft>
                <a:spcPts val="600"/>
              </a:spcAft>
              <a:buFont typeface="Arial,Sans-Serif" panose="020B0604020202020204" pitchFamily="34" charset="0"/>
            </a:pPr>
            <a:r>
              <a:rPr lang="en-US" sz="1800" dirty="0">
                <a:cs typeface="Calibri"/>
              </a:rPr>
              <a:t>Considerations for data availability in the context of effective crop yield prediction.</a:t>
            </a:r>
          </a:p>
          <a:p>
            <a:pPr>
              <a:spcBef>
                <a:spcPts val="0"/>
              </a:spcBef>
              <a:spcAft>
                <a:spcPts val="600"/>
              </a:spcAft>
              <a:buFont typeface="Arial,Sans-Serif" panose="020B0604020202020204" pitchFamily="34" charset="0"/>
            </a:pPr>
            <a:endParaRPr lang="en-US" sz="1800" dirty="0">
              <a:cs typeface="Calibri"/>
            </a:endParaRPr>
          </a:p>
          <a:p>
            <a:endParaRPr lang="en-US" dirty="0">
              <a:cs typeface="Calibri"/>
            </a:endParaRPr>
          </a:p>
        </p:txBody>
      </p:sp>
    </p:spTree>
    <p:extLst>
      <p:ext uri="{BB962C8B-B14F-4D97-AF65-F5344CB8AC3E}">
        <p14:creationId xmlns:p14="http://schemas.microsoft.com/office/powerpoint/2010/main" val="27407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CA617-BF02-1F12-FE66-BF1A77208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73DE8-41CE-B871-16A0-276219C8517C}"/>
              </a:ext>
            </a:extLst>
          </p:cNvPr>
          <p:cNvSpPr>
            <a:spLocks noGrp="1"/>
          </p:cNvSpPr>
          <p:nvPr>
            <p:ph type="title"/>
          </p:nvPr>
        </p:nvSpPr>
        <p:spPr/>
        <p:txBody>
          <a:bodyPr/>
          <a:lstStyle/>
          <a:p>
            <a:r>
              <a:rPr lang="en-US" dirty="0">
                <a:cs typeface="Calibri Light"/>
              </a:rPr>
              <a:t>modelling</a:t>
            </a:r>
            <a:endParaRPr lang="en-US" dirty="0"/>
          </a:p>
        </p:txBody>
      </p:sp>
      <p:sp>
        <p:nvSpPr>
          <p:cNvPr id="3" name="Content Placeholder 2">
            <a:extLst>
              <a:ext uri="{FF2B5EF4-FFF2-40B4-BE49-F238E27FC236}">
                <a16:creationId xmlns:a16="http://schemas.microsoft.com/office/drawing/2014/main" id="{C7A20D15-82C0-D6BE-C27F-D253F4BD768B}"/>
              </a:ext>
            </a:extLst>
          </p:cNvPr>
          <p:cNvSpPr>
            <a:spLocks noGrp="1"/>
          </p:cNvSpPr>
          <p:nvPr>
            <p:ph idx="1"/>
          </p:nvPr>
        </p:nvSpPr>
        <p:spPr/>
        <p:txBody>
          <a:bodyPr vert="horz" lIns="91440" tIns="45720" rIns="91440" bIns="45720" rtlCol="0" anchor="t">
            <a:noAutofit/>
          </a:bodyPr>
          <a:lstStyle/>
          <a:p>
            <a:r>
              <a:rPr lang="en-US" sz="2000" b="1" dirty="0">
                <a:ea typeface="+mn-lt"/>
                <a:cs typeface="+mn-lt"/>
              </a:rPr>
              <a:t>Random Forest:</a:t>
            </a:r>
            <a:endParaRPr lang="en-US" sz="2000" dirty="0">
              <a:ea typeface="+mn-lt"/>
              <a:cs typeface="+mn-lt"/>
            </a:endParaRPr>
          </a:p>
          <a:p>
            <a:r>
              <a:rPr lang="en-US" sz="2000" b="1" dirty="0">
                <a:ea typeface="+mn-lt"/>
                <a:cs typeface="+mn-lt"/>
              </a:rPr>
              <a:t>Performance Metric - RMSE:</a:t>
            </a:r>
            <a:endParaRPr lang="en-US" sz="2000" dirty="0">
              <a:ea typeface="+mn-lt"/>
              <a:cs typeface="+mn-lt"/>
            </a:endParaRPr>
          </a:p>
          <a:p>
            <a:pPr lvl="1"/>
            <a:r>
              <a:rPr lang="en-US" sz="2000" dirty="0">
                <a:ea typeface="+mn-lt"/>
                <a:cs typeface="+mn-lt"/>
              </a:rPr>
              <a:t>Notably low RMSE of 0.1550, indicating high predictive accuracy.</a:t>
            </a:r>
          </a:p>
          <a:p>
            <a:pPr lvl="1"/>
            <a:r>
              <a:rPr lang="en-US" sz="2000" dirty="0">
                <a:ea typeface="+mn-lt"/>
                <a:cs typeface="+mn-lt"/>
              </a:rPr>
              <a:t>Demonstrates effectiveness in capturing complex relationships within agricultural data.</a:t>
            </a:r>
          </a:p>
          <a:p>
            <a:r>
              <a:rPr lang="en-US" sz="2000" b="1" dirty="0">
                <a:ea typeface="+mn-lt"/>
                <a:cs typeface="+mn-lt"/>
              </a:rPr>
              <a:t>Ensemble Model:</a:t>
            </a:r>
            <a:endParaRPr lang="en-US" sz="2000" dirty="0">
              <a:ea typeface="+mn-lt"/>
              <a:cs typeface="+mn-lt"/>
            </a:endParaRPr>
          </a:p>
          <a:p>
            <a:pPr lvl="1"/>
            <a:r>
              <a:rPr lang="en-US" sz="2000" dirty="0">
                <a:ea typeface="+mn-lt"/>
                <a:cs typeface="+mn-lt"/>
              </a:rPr>
              <a:t>Utilizes ensemble learning, aggregating multiple decision trees.</a:t>
            </a:r>
          </a:p>
          <a:p>
            <a:pPr lvl="1"/>
            <a:r>
              <a:rPr lang="en-US" sz="2000" dirty="0">
                <a:ea typeface="+mn-lt"/>
                <a:cs typeface="+mn-lt"/>
              </a:rPr>
              <a:t>Leverages collective strength to enhance predictive capabilities.</a:t>
            </a:r>
          </a:p>
          <a:p>
            <a:r>
              <a:rPr lang="en-US" sz="2000" b="1" dirty="0">
                <a:ea typeface="+mn-lt"/>
                <a:cs typeface="+mn-lt"/>
              </a:rPr>
              <a:t>Versatility in Handling Data:</a:t>
            </a:r>
            <a:endParaRPr lang="en-US" sz="2000" dirty="0">
              <a:ea typeface="+mn-lt"/>
              <a:cs typeface="+mn-lt"/>
            </a:endParaRPr>
          </a:p>
          <a:p>
            <a:pPr lvl="1"/>
            <a:r>
              <a:rPr lang="en-US" sz="2000" dirty="0">
                <a:ea typeface="+mn-lt"/>
                <a:cs typeface="+mn-lt"/>
              </a:rPr>
              <a:t>Shows versatility in handling diverse variables and potential nonlinear patterns.</a:t>
            </a:r>
          </a:p>
          <a:p>
            <a:pPr lvl="1"/>
            <a:r>
              <a:rPr lang="en-US" sz="2000" dirty="0">
                <a:ea typeface="+mn-lt"/>
                <a:cs typeface="+mn-lt"/>
              </a:rPr>
              <a:t>Highlights Random Forest's adaptability to complex agricultural datasets.</a:t>
            </a:r>
          </a:p>
          <a:p>
            <a:pPr>
              <a:spcBef>
                <a:spcPts val="0"/>
              </a:spcBef>
              <a:spcAft>
                <a:spcPts val="600"/>
              </a:spcAft>
              <a:buFont typeface="Arial,Sans-Serif" panose="020B0604020202020204" pitchFamily="34" charset="0"/>
            </a:pPr>
            <a:endParaRPr lang="en-US" sz="2000" b="1" dirty="0">
              <a:cs typeface="Calibri"/>
            </a:endParaRPr>
          </a:p>
        </p:txBody>
      </p:sp>
    </p:spTree>
    <p:extLst>
      <p:ext uri="{BB962C8B-B14F-4D97-AF65-F5344CB8AC3E}">
        <p14:creationId xmlns:p14="http://schemas.microsoft.com/office/powerpoint/2010/main" val="156595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D9E1FD-2CFB-D428-3D79-01DC3D22025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B5C6B-8EF5-8ED3-F155-AEF633D3F0D9}"/>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cs typeface="Calibri Light"/>
              </a:rPr>
              <a:t>modelling</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982C4551-00CB-CB37-920A-40503CDAA018}"/>
              </a:ext>
            </a:extLst>
          </p:cNvPr>
          <p:cNvGraphicFramePr>
            <a:graphicFrameLocks noGrp="1"/>
          </p:cNvGraphicFramePr>
          <p:nvPr>
            <p:ph idx="1"/>
            <p:extLst>
              <p:ext uri="{D42A27DB-BD31-4B8C-83A1-F6EECF244321}">
                <p14:modId xmlns:p14="http://schemas.microsoft.com/office/powerpoint/2010/main" val="296937731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0418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F4FCF-BFF4-6FAD-AF23-A8C6FBD3901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B08786-6081-6CAA-7526-51B8B287DAF2}"/>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cs typeface="Calibri Light"/>
              </a:rPr>
              <a:t>modelling</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AB9B2A5E-52B9-B69A-4570-A29044160222}"/>
              </a:ext>
            </a:extLst>
          </p:cNvPr>
          <p:cNvGraphicFramePr>
            <a:graphicFrameLocks noGrp="1"/>
          </p:cNvGraphicFramePr>
          <p:nvPr>
            <p:ph idx="1"/>
            <p:extLst>
              <p:ext uri="{D42A27DB-BD31-4B8C-83A1-F6EECF244321}">
                <p14:modId xmlns:p14="http://schemas.microsoft.com/office/powerpoint/2010/main" val="269663010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6742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EB2D30-943E-81CE-B2F9-0D982CFC9DF2}"/>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D28391-911E-E317-2A4C-C5E5B7DC0166}"/>
              </a:ext>
            </a:extLst>
          </p:cNvPr>
          <p:cNvSpPr>
            <a:spLocks noGrp="1"/>
          </p:cNvSpPr>
          <p:nvPr>
            <p:ph type="title"/>
          </p:nvPr>
        </p:nvSpPr>
        <p:spPr>
          <a:xfrm>
            <a:off x="838200" y="557189"/>
            <a:ext cx="3374136" cy="5567891"/>
          </a:xfrm>
        </p:spPr>
        <p:txBody>
          <a:bodyPr>
            <a:normAutofit/>
          </a:bodyPr>
          <a:lstStyle/>
          <a:p>
            <a:r>
              <a:rPr lang="en-US" sz="5200">
                <a:cs typeface="Calibri Light"/>
              </a:rPr>
              <a:t>modelling</a:t>
            </a:r>
            <a:endParaRPr lang="en-US" sz="5200"/>
          </a:p>
        </p:txBody>
      </p:sp>
      <p:graphicFrame>
        <p:nvGraphicFramePr>
          <p:cNvPr id="5" name="Content Placeholder 2">
            <a:extLst>
              <a:ext uri="{FF2B5EF4-FFF2-40B4-BE49-F238E27FC236}">
                <a16:creationId xmlns:a16="http://schemas.microsoft.com/office/drawing/2014/main" id="{D36B6E5E-6F07-B9D1-8F9C-2C51C2C16816}"/>
              </a:ext>
            </a:extLst>
          </p:cNvPr>
          <p:cNvGraphicFramePr>
            <a:graphicFrameLocks noGrp="1"/>
          </p:cNvGraphicFramePr>
          <p:nvPr>
            <p:ph idx="1"/>
            <p:extLst>
              <p:ext uri="{D42A27DB-BD31-4B8C-83A1-F6EECF244321}">
                <p14:modId xmlns:p14="http://schemas.microsoft.com/office/powerpoint/2010/main" val="206996932"/>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8571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1D9977-9A35-1BFE-44FC-4B15491D2C8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Modelling- Comparison </a:t>
            </a:r>
          </a:p>
        </p:txBody>
      </p:sp>
      <p:pic>
        <p:nvPicPr>
          <p:cNvPr id="4" name="Content Placeholder 3" descr="A graph of different colored rectangular shapes&#10;&#10;Description automatically generated">
            <a:extLst>
              <a:ext uri="{FF2B5EF4-FFF2-40B4-BE49-F238E27FC236}">
                <a16:creationId xmlns:a16="http://schemas.microsoft.com/office/drawing/2014/main" id="{08B2A138-C174-A9BA-E6C0-D024CCC8374E}"/>
              </a:ext>
            </a:extLst>
          </p:cNvPr>
          <p:cNvPicPr>
            <a:picLocks noGrp="1" noChangeAspect="1"/>
          </p:cNvPicPr>
          <p:nvPr>
            <p:ph idx="1"/>
          </p:nvPr>
        </p:nvPicPr>
        <p:blipFill>
          <a:blip r:embed="rId2"/>
          <a:stretch>
            <a:fillRect/>
          </a:stretch>
        </p:blipFill>
        <p:spPr>
          <a:xfrm>
            <a:off x="2702797" y="1675227"/>
            <a:ext cx="6786406" cy="4394199"/>
          </a:xfrm>
          <a:prstGeom prst="rect">
            <a:avLst/>
          </a:prstGeom>
        </p:spPr>
      </p:pic>
    </p:spTree>
    <p:extLst>
      <p:ext uri="{BB962C8B-B14F-4D97-AF65-F5344CB8AC3E}">
        <p14:creationId xmlns:p14="http://schemas.microsoft.com/office/powerpoint/2010/main" val="1088008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5D791-6782-DA64-EE10-7665C1119985}"/>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cs typeface="Calibri Light"/>
              </a:rPr>
              <a:t>conclusion</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6FBADFB8-EDA2-787E-A128-7E5DEAA5193D}"/>
              </a:ext>
            </a:extLst>
          </p:cNvPr>
          <p:cNvGraphicFramePr>
            <a:graphicFrameLocks noGrp="1"/>
          </p:cNvGraphicFramePr>
          <p:nvPr>
            <p:ph idx="1"/>
            <p:extLst>
              <p:ext uri="{D42A27DB-BD31-4B8C-83A1-F6EECF244321}">
                <p14:modId xmlns:p14="http://schemas.microsoft.com/office/powerpoint/2010/main" val="383548508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1239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F32663-C256-8DE3-9365-38C69CED8A24}"/>
              </a:ext>
            </a:extLst>
          </p:cNvPr>
          <p:cNvSpPr>
            <a:spLocks noGrp="1"/>
          </p:cNvSpPr>
          <p:nvPr>
            <p:ph type="title"/>
          </p:nvPr>
        </p:nvSpPr>
        <p:spPr>
          <a:xfrm>
            <a:off x="1043631" y="809898"/>
            <a:ext cx="9942716" cy="1554480"/>
          </a:xfrm>
        </p:spPr>
        <p:txBody>
          <a:bodyPr anchor="ctr">
            <a:normAutofit/>
          </a:bodyPr>
          <a:lstStyle/>
          <a:p>
            <a:r>
              <a:rPr lang="en-US" sz="4800">
                <a:cs typeface="Calibri Light"/>
              </a:rPr>
              <a:t>Future work</a:t>
            </a:r>
            <a:endParaRPr lang="en-US" sz="4800"/>
          </a:p>
        </p:txBody>
      </p:sp>
      <p:sp>
        <p:nvSpPr>
          <p:cNvPr id="3" name="Content Placeholder 2">
            <a:extLst>
              <a:ext uri="{FF2B5EF4-FFF2-40B4-BE49-F238E27FC236}">
                <a16:creationId xmlns:a16="http://schemas.microsoft.com/office/drawing/2014/main" id="{41C7D0F6-8AF5-FB36-B3F5-9E416A29D8C7}"/>
              </a:ext>
            </a:extLst>
          </p:cNvPr>
          <p:cNvSpPr>
            <a:spLocks noGrp="1"/>
          </p:cNvSpPr>
          <p:nvPr>
            <p:ph idx="1"/>
          </p:nvPr>
        </p:nvSpPr>
        <p:spPr>
          <a:xfrm>
            <a:off x="1045028" y="3017522"/>
            <a:ext cx="9941319" cy="3124658"/>
          </a:xfrm>
        </p:spPr>
        <p:txBody>
          <a:bodyPr vert="horz" lIns="91440" tIns="45720" rIns="91440" bIns="45720" rtlCol="0" anchor="ctr">
            <a:normAutofit/>
          </a:bodyPr>
          <a:lstStyle/>
          <a:p>
            <a:br>
              <a:rPr lang="en-US" sz="2000" dirty="0"/>
            </a:br>
            <a:r>
              <a:rPr lang="en-US" sz="2000" dirty="0">
                <a:ea typeface="+mn-lt"/>
                <a:cs typeface="+mn-lt"/>
              </a:rPr>
              <a:t>Future work in crop yield prediction could explore advanced fusion techniques, integrating diverse data sources such as IoT sensors, hyperspectral imaging, and emerging satellite technologies.</a:t>
            </a:r>
          </a:p>
          <a:p>
            <a:r>
              <a:rPr lang="en-US" sz="2000" dirty="0">
                <a:ea typeface="+mn-lt"/>
                <a:cs typeface="+mn-lt"/>
              </a:rPr>
              <a:t> Investigating hybrid models, combining the strengths of machine learning algorithms and physics-based models, holds potential for increased accuracy. Enhanced interpretability through Explainable AI (XAI) methods can build trust in predictive models among stakeholders. </a:t>
            </a:r>
            <a:endParaRPr lang="en-US" sz="2000">
              <a:ea typeface="+mn-lt"/>
              <a:cs typeface="+mn-lt"/>
            </a:endParaRPr>
          </a:p>
          <a:p>
            <a:r>
              <a:rPr lang="en-US" sz="2000" dirty="0">
                <a:ea typeface="+mn-lt"/>
                <a:cs typeface="+mn-lt"/>
              </a:rPr>
              <a:t>Additionally, addressing scalability challenges and designing user-friendly interfaces for farmers to access and interpret predictions would facilitate widespread adoption. </a:t>
            </a:r>
            <a:endParaRPr lang="en-US" sz="2000">
              <a:cs typeface="Calibri"/>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09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27649F9-DB84-53C4-B552-CFFCB08A9158}"/>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a:solidFill>
                  <a:schemeClr val="bg1">
                    <a:lumMod val="95000"/>
                    <a:lumOff val="5000"/>
                  </a:schemeClr>
                </a:solidFill>
              </a:rPr>
              <a:t>Thank you </a:t>
            </a:r>
          </a:p>
        </p:txBody>
      </p:sp>
    </p:spTree>
    <p:extLst>
      <p:ext uri="{BB962C8B-B14F-4D97-AF65-F5344CB8AC3E}">
        <p14:creationId xmlns:p14="http://schemas.microsoft.com/office/powerpoint/2010/main" val="376494711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1770</Words>
  <Application>Microsoft Office PowerPoint</Application>
  <PresentationFormat>Widescreen</PresentationFormat>
  <Paragraphs>165</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Arial,Sans-Serif</vt:lpstr>
      <vt:lpstr>Calibri</vt:lpstr>
      <vt:lpstr>Calibri Light</vt:lpstr>
      <vt:lpstr>Times New Roman</vt:lpstr>
      <vt:lpstr>office theme</vt:lpstr>
      <vt:lpstr>THE STUDY OF CROP YIELD PREDICTION USING VARIOUS MACHINE LEARNING ALGORITHMS </vt:lpstr>
      <vt:lpstr>Introduction</vt:lpstr>
      <vt:lpstr>Background</vt:lpstr>
      <vt:lpstr>Research problem statement</vt:lpstr>
      <vt:lpstr>objectives</vt:lpstr>
      <vt:lpstr>Questions </vt:lpstr>
      <vt:lpstr>Literature review</vt:lpstr>
      <vt:lpstr>Dataset </vt:lpstr>
      <vt:lpstr>Architecture</vt:lpstr>
      <vt:lpstr>Data preprocesing</vt:lpstr>
      <vt:lpstr>Exploratory data analysis</vt:lpstr>
      <vt:lpstr>Exploratory data analysis </vt:lpstr>
      <vt:lpstr>Exploratory data analysis </vt:lpstr>
      <vt:lpstr>Modelling</vt:lpstr>
      <vt:lpstr>modelling</vt:lpstr>
      <vt:lpstr>modelling</vt:lpstr>
      <vt:lpstr>modelling</vt:lpstr>
      <vt:lpstr>modelling</vt:lpstr>
      <vt:lpstr>modelling</vt:lpstr>
      <vt:lpstr>Modelling- Comparison </vt:lpstr>
      <vt:lpstr>conclusion</vt:lpstr>
      <vt:lpstr>Future work</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AKHIL</dc:creator>
  <cp:lastModifiedBy>AKHIL EDWIN</cp:lastModifiedBy>
  <cp:revision>140</cp:revision>
  <dcterms:created xsi:type="dcterms:W3CDTF">2024-01-03T05:59:11Z</dcterms:created>
  <dcterms:modified xsi:type="dcterms:W3CDTF">2024-01-07T22:22:37Z</dcterms:modified>
</cp:coreProperties>
</file>